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45"/>
  </p:notesMasterIdLst>
  <p:handoutMasterIdLst>
    <p:handoutMasterId r:id="rId46"/>
  </p:handoutMasterIdLst>
  <p:sldIdLst>
    <p:sldId id="375" r:id="rId5"/>
    <p:sldId id="305" r:id="rId6"/>
    <p:sldId id="467" r:id="rId7"/>
    <p:sldId id="426" r:id="rId8"/>
    <p:sldId id="424" r:id="rId9"/>
    <p:sldId id="478" r:id="rId10"/>
    <p:sldId id="479" r:id="rId11"/>
    <p:sldId id="476" r:id="rId12"/>
    <p:sldId id="477" r:id="rId13"/>
    <p:sldId id="434" r:id="rId14"/>
    <p:sldId id="469" r:id="rId15"/>
    <p:sldId id="470" r:id="rId16"/>
    <p:sldId id="480" r:id="rId17"/>
    <p:sldId id="471" r:id="rId18"/>
    <p:sldId id="481" r:id="rId19"/>
    <p:sldId id="472" r:id="rId20"/>
    <p:sldId id="487" r:id="rId21"/>
    <p:sldId id="473" r:id="rId22"/>
    <p:sldId id="488" r:id="rId23"/>
    <p:sldId id="474" r:id="rId24"/>
    <p:sldId id="489" r:id="rId25"/>
    <p:sldId id="475" r:id="rId26"/>
    <p:sldId id="490" r:id="rId27"/>
    <p:sldId id="431" r:id="rId28"/>
    <p:sldId id="432" r:id="rId29"/>
    <p:sldId id="441" r:id="rId30"/>
    <p:sldId id="442" r:id="rId31"/>
    <p:sldId id="458" r:id="rId32"/>
    <p:sldId id="459" r:id="rId33"/>
    <p:sldId id="460" r:id="rId34"/>
    <p:sldId id="461" r:id="rId35"/>
    <p:sldId id="462" r:id="rId36"/>
    <p:sldId id="463" r:id="rId37"/>
    <p:sldId id="464" r:id="rId38"/>
    <p:sldId id="483" r:id="rId39"/>
    <p:sldId id="484" r:id="rId40"/>
    <p:sldId id="485" r:id="rId41"/>
    <p:sldId id="486" r:id="rId42"/>
    <p:sldId id="465" r:id="rId43"/>
    <p:sldId id="466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8E72ABF-47DD-4B61-9A75-D76D4772983F}">
          <p14:sldIdLst>
            <p14:sldId id="375"/>
            <p14:sldId id="305"/>
            <p14:sldId id="467"/>
            <p14:sldId id="426"/>
            <p14:sldId id="424"/>
            <p14:sldId id="478"/>
            <p14:sldId id="479"/>
            <p14:sldId id="476"/>
            <p14:sldId id="477"/>
            <p14:sldId id="434"/>
            <p14:sldId id="469"/>
            <p14:sldId id="470"/>
            <p14:sldId id="480"/>
            <p14:sldId id="471"/>
            <p14:sldId id="481"/>
            <p14:sldId id="472"/>
            <p14:sldId id="487"/>
            <p14:sldId id="473"/>
            <p14:sldId id="488"/>
            <p14:sldId id="474"/>
            <p14:sldId id="489"/>
            <p14:sldId id="475"/>
            <p14:sldId id="490"/>
          </p14:sldIdLst>
        </p14:section>
        <p14:section name="Timeline" id="{C3E2369A-AF60-46A3-A337-2EAA11AA3EF2}">
          <p14:sldIdLst>
            <p14:sldId id="431"/>
            <p14:sldId id="432"/>
            <p14:sldId id="441"/>
            <p14:sldId id="442"/>
            <p14:sldId id="458"/>
            <p14:sldId id="459"/>
            <p14:sldId id="460"/>
            <p14:sldId id="461"/>
            <p14:sldId id="462"/>
            <p14:sldId id="463"/>
            <p14:sldId id="464"/>
            <p14:sldId id="483"/>
            <p14:sldId id="484"/>
            <p14:sldId id="485"/>
            <p14:sldId id="486"/>
            <p14:sldId id="465"/>
            <p14:sldId id="46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3062"/>
    <a:srgbClr val="15D1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218C6A-447B-A6AD-47C1-BDFBC64C5985}" v="60" dt="2024-11-13T02:13:01.949"/>
    <p1510:client id="{9BD5C107-E916-B11B-F994-44E756AF5DAC}" v="114" dt="2024-11-11T15:58:13.886"/>
    <p1510:client id="{9D320054-B152-A2A7-EC75-D309C9E310D7}" v="84" dt="2024-11-12T19:45:48.599"/>
    <p1510:client id="{BFD5BC69-C314-B695-1F51-CCED721052F0}" v="3" dt="2024-11-13T03:31:53.176"/>
    <p1510:client id="{DF2A18D5-0A5E-D4B5-4F87-83AA7F3042E3}" v="150" dt="2024-11-11T15:13:01.14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ns Edwin Maybituin" userId="S::hymaybituin@student.apc.edu.ph::f65a01c4-0c6c-43cb-833b-1b1d62557ea9" providerId="AD" clId="Web-{BFD5BC69-C314-B695-1F51-CCED721052F0}"/>
    <pc:docChg chg="modSld">
      <pc:chgData name="Hans Edwin Maybituin" userId="S::hymaybituin@student.apc.edu.ph::f65a01c4-0c6c-43cb-833b-1b1d62557ea9" providerId="AD" clId="Web-{BFD5BC69-C314-B695-1F51-CCED721052F0}" dt="2024-11-13T03:31:52.083" v="1"/>
      <pc:docMkLst>
        <pc:docMk/>
      </pc:docMkLst>
      <pc:sldChg chg="addSp delSp modSp">
        <pc:chgData name="Hans Edwin Maybituin" userId="S::hymaybituin@student.apc.edu.ph::f65a01c4-0c6c-43cb-833b-1b1d62557ea9" providerId="AD" clId="Web-{BFD5BC69-C314-B695-1F51-CCED721052F0}" dt="2024-11-13T03:31:52.083" v="1"/>
        <pc:sldMkLst>
          <pc:docMk/>
          <pc:sldMk cId="1680450133" sldId="485"/>
        </pc:sldMkLst>
        <pc:picChg chg="add mod">
          <ac:chgData name="Hans Edwin Maybituin" userId="S::hymaybituin@student.apc.edu.ph::f65a01c4-0c6c-43cb-833b-1b1d62557ea9" providerId="AD" clId="Web-{BFD5BC69-C314-B695-1F51-CCED721052F0}" dt="2024-11-13T03:31:52.083" v="1"/>
          <ac:picMkLst>
            <pc:docMk/>
            <pc:sldMk cId="1680450133" sldId="485"/>
            <ac:picMk id="2" creationId="{76309FE3-AB7D-D548-EA31-9ED990316A54}"/>
          </ac:picMkLst>
        </pc:picChg>
        <pc:picChg chg="del">
          <ac:chgData name="Hans Edwin Maybituin" userId="S::hymaybituin@student.apc.edu.ph::f65a01c4-0c6c-43cb-833b-1b1d62557ea9" providerId="AD" clId="Web-{BFD5BC69-C314-B695-1F51-CCED721052F0}" dt="2024-11-13T03:31:41.614" v="0"/>
          <ac:picMkLst>
            <pc:docMk/>
            <pc:sldMk cId="1680450133" sldId="485"/>
            <ac:picMk id="5" creationId="{D6C29FB6-A46D-A25B-1520-17E5FCF25CB3}"/>
          </ac:picMkLst>
        </pc:picChg>
      </pc:sldChg>
    </pc:docChg>
  </pc:docChgLst>
  <pc:docChgLst>
    <pc:chgData name="Hans Edwin Maybituin" userId="S::hymaybituin@student.apc.edu.ph::f65a01c4-0c6c-43cb-833b-1b1d62557ea9" providerId="AD" clId="Web-{AB34B375-AC81-5694-CA4B-C81C785B9F97}"/>
    <pc:docChg chg="addSld modSld sldOrd modSection">
      <pc:chgData name="Hans Edwin Maybituin" userId="S::hymaybituin@student.apc.edu.ph::f65a01c4-0c6c-43cb-833b-1b1d62557ea9" providerId="AD" clId="Web-{AB34B375-AC81-5694-CA4B-C81C785B9F97}" dt="2024-11-06T01:57:12.147" v="91" actId="20577"/>
      <pc:docMkLst>
        <pc:docMk/>
      </pc:docMkLst>
      <pc:sldChg chg="ord">
        <pc:chgData name="Hans Edwin Maybituin" userId="S::hymaybituin@student.apc.edu.ph::f65a01c4-0c6c-43cb-833b-1b1d62557ea9" providerId="AD" clId="Web-{AB34B375-AC81-5694-CA4B-C81C785B9F97}" dt="2024-11-06T01:55:33.894" v="54"/>
        <pc:sldMkLst>
          <pc:docMk/>
          <pc:sldMk cId="1112297608" sldId="424"/>
        </pc:sldMkLst>
      </pc:sldChg>
      <pc:sldChg chg="modSp add ord replId">
        <pc:chgData name="Hans Edwin Maybituin" userId="S::hymaybituin@student.apc.edu.ph::f65a01c4-0c6c-43cb-833b-1b1d62557ea9" providerId="AD" clId="Web-{AB34B375-AC81-5694-CA4B-C81C785B9F97}" dt="2024-11-06T01:52:14.198" v="22" actId="14100"/>
        <pc:sldMkLst>
          <pc:docMk/>
          <pc:sldMk cId="3753085547" sldId="476"/>
        </pc:sldMkLst>
        <pc:spChg chg="mod">
          <ac:chgData name="Hans Edwin Maybituin" userId="S::hymaybituin@student.apc.edu.ph::f65a01c4-0c6c-43cb-833b-1b1d62557ea9" providerId="AD" clId="Web-{AB34B375-AC81-5694-CA4B-C81C785B9F97}" dt="2024-11-06T01:52:14.198" v="22" actId="14100"/>
          <ac:spMkLst>
            <pc:docMk/>
            <pc:sldMk cId="3753085547" sldId="476"/>
            <ac:spMk id="2" creationId="{84E0477A-B7B9-782D-0329-F603D11E5BCD}"/>
          </ac:spMkLst>
        </pc:spChg>
      </pc:sldChg>
      <pc:sldChg chg="addSp delSp modSp add ord replId">
        <pc:chgData name="Hans Edwin Maybituin" userId="S::hymaybituin@student.apc.edu.ph::f65a01c4-0c6c-43cb-833b-1b1d62557ea9" providerId="AD" clId="Web-{AB34B375-AC81-5694-CA4B-C81C785B9F97}" dt="2024-11-06T01:53:54.171" v="38" actId="1076"/>
        <pc:sldMkLst>
          <pc:docMk/>
          <pc:sldMk cId="4192408167" sldId="477"/>
        </pc:sldMkLst>
        <pc:picChg chg="add mod">
          <ac:chgData name="Hans Edwin Maybituin" userId="S::hymaybituin@student.apc.edu.ph::f65a01c4-0c6c-43cb-833b-1b1d62557ea9" providerId="AD" clId="Web-{AB34B375-AC81-5694-CA4B-C81C785B9F97}" dt="2024-11-06T01:53:51.655" v="37" actId="1076"/>
          <ac:picMkLst>
            <pc:docMk/>
            <pc:sldMk cId="4192408167" sldId="477"/>
            <ac:picMk id="5" creationId="{55B53C6A-37EC-21D8-70A9-3585D6763DE1}"/>
          </ac:picMkLst>
        </pc:picChg>
        <pc:picChg chg="add mod">
          <ac:chgData name="Hans Edwin Maybituin" userId="S::hymaybituin@student.apc.edu.ph::f65a01c4-0c6c-43cb-833b-1b1d62557ea9" providerId="AD" clId="Web-{AB34B375-AC81-5694-CA4B-C81C785B9F97}" dt="2024-11-06T01:53:54.171" v="38" actId="1076"/>
          <ac:picMkLst>
            <pc:docMk/>
            <pc:sldMk cId="4192408167" sldId="477"/>
            <ac:picMk id="6" creationId="{2BEF825F-5C77-0384-89C1-E23B991BEA38}"/>
          </ac:picMkLst>
        </pc:picChg>
        <pc:picChg chg="add mod">
          <ac:chgData name="Hans Edwin Maybituin" userId="S::hymaybituin@student.apc.edu.ph::f65a01c4-0c6c-43cb-833b-1b1d62557ea9" providerId="AD" clId="Web-{AB34B375-AC81-5694-CA4B-C81C785B9F97}" dt="2024-11-06T01:53:47.546" v="36" actId="1076"/>
          <ac:picMkLst>
            <pc:docMk/>
            <pc:sldMk cId="4192408167" sldId="477"/>
            <ac:picMk id="7" creationId="{422A80F4-6F88-26A5-4E61-F84E6C0DDB7C}"/>
          </ac:picMkLst>
        </pc:picChg>
      </pc:sldChg>
      <pc:sldChg chg="modSp add ord replId">
        <pc:chgData name="Hans Edwin Maybituin" userId="S::hymaybituin@student.apc.edu.ph::f65a01c4-0c6c-43cb-833b-1b1d62557ea9" providerId="AD" clId="Web-{AB34B375-AC81-5694-CA4B-C81C785B9F97}" dt="2024-11-06T01:55:22.690" v="53" actId="20577"/>
        <pc:sldMkLst>
          <pc:docMk/>
          <pc:sldMk cId="152094421" sldId="478"/>
        </pc:sldMkLst>
        <pc:spChg chg="mod">
          <ac:chgData name="Hans Edwin Maybituin" userId="S::hymaybituin@student.apc.edu.ph::f65a01c4-0c6c-43cb-833b-1b1d62557ea9" providerId="AD" clId="Web-{AB34B375-AC81-5694-CA4B-C81C785B9F97}" dt="2024-11-06T01:55:22.690" v="53" actId="20577"/>
          <ac:spMkLst>
            <pc:docMk/>
            <pc:sldMk cId="152094421" sldId="478"/>
            <ac:spMk id="5" creationId="{99516ACA-375D-1140-8EDA-CE04AAC75809}"/>
          </ac:spMkLst>
        </pc:spChg>
      </pc:sldChg>
      <pc:sldChg chg="modSp add ord replId">
        <pc:chgData name="Hans Edwin Maybituin" userId="S::hymaybituin@student.apc.edu.ph::f65a01c4-0c6c-43cb-833b-1b1d62557ea9" providerId="AD" clId="Web-{AB34B375-AC81-5694-CA4B-C81C785B9F97}" dt="2024-11-06T01:57:12.147" v="91" actId="20577"/>
        <pc:sldMkLst>
          <pc:docMk/>
          <pc:sldMk cId="414618176" sldId="479"/>
        </pc:sldMkLst>
        <pc:spChg chg="mod">
          <ac:chgData name="Hans Edwin Maybituin" userId="S::hymaybituin@student.apc.edu.ph::f65a01c4-0c6c-43cb-833b-1b1d62557ea9" providerId="AD" clId="Web-{AB34B375-AC81-5694-CA4B-C81C785B9F97}" dt="2024-11-06T01:57:12.147" v="91" actId="20577"/>
          <ac:spMkLst>
            <pc:docMk/>
            <pc:sldMk cId="414618176" sldId="479"/>
            <ac:spMk id="2" creationId="{06DB392D-B3A1-7D16-FB54-71774F6E19F6}"/>
          </ac:spMkLst>
        </pc:spChg>
        <pc:spChg chg="mod">
          <ac:chgData name="Hans Edwin Maybituin" userId="S::hymaybituin@student.apc.edu.ph::f65a01c4-0c6c-43cb-833b-1b1d62557ea9" providerId="AD" clId="Web-{AB34B375-AC81-5694-CA4B-C81C785B9F97}" dt="2024-11-06T01:56:05.426" v="75" actId="1076"/>
          <ac:spMkLst>
            <pc:docMk/>
            <pc:sldMk cId="414618176" sldId="479"/>
            <ac:spMk id="21" creationId="{B3E69B71-5849-7541-ADEA-D19838B3CF0C}"/>
          </ac:spMkLst>
        </pc:spChg>
      </pc:sldChg>
    </pc:docChg>
  </pc:docChgLst>
  <pc:docChgLst>
    <pc:chgData name="Noel Catabona" userId="S::ndcatabona@student.apc.edu.ph::5a59aaa5-afb1-48cd-976a-bba6dc03f865" providerId="AD" clId="Web-{04218C6A-447B-A6AD-47C1-BDFBC64C5985}"/>
    <pc:docChg chg="addSld delSld modSld modSection">
      <pc:chgData name="Noel Catabona" userId="S::ndcatabona@student.apc.edu.ph::5a59aaa5-afb1-48cd-976a-bba6dc03f865" providerId="AD" clId="Web-{04218C6A-447B-A6AD-47C1-BDFBC64C5985}" dt="2024-11-13T02:13:01.949" v="52"/>
      <pc:docMkLst>
        <pc:docMk/>
      </pc:docMkLst>
      <pc:sldChg chg="addSp delSp modSp">
        <pc:chgData name="Noel Catabona" userId="S::ndcatabona@student.apc.edu.ph::5a59aaa5-afb1-48cd-976a-bba6dc03f865" providerId="AD" clId="Web-{04218C6A-447B-A6AD-47C1-BDFBC64C5985}" dt="2024-11-13T02:04:56.760" v="12" actId="14100"/>
        <pc:sldMkLst>
          <pc:docMk/>
          <pc:sldMk cId="975253694" sldId="471"/>
        </pc:sldMkLst>
        <pc:picChg chg="add del mod">
          <ac:chgData name="Noel Catabona" userId="S::ndcatabona@student.apc.edu.ph::5a59aaa5-afb1-48cd-976a-bba6dc03f865" providerId="AD" clId="Web-{04218C6A-447B-A6AD-47C1-BDFBC64C5985}" dt="2024-11-13T02:04:48.994" v="9"/>
          <ac:picMkLst>
            <pc:docMk/>
            <pc:sldMk cId="975253694" sldId="471"/>
            <ac:picMk id="3" creationId="{62824A2A-ECAF-6C1E-A6A5-3ED1D33E4D98}"/>
          </ac:picMkLst>
        </pc:picChg>
        <pc:picChg chg="del">
          <ac:chgData name="Noel Catabona" userId="S::ndcatabona@student.apc.edu.ph::5a59aaa5-afb1-48cd-976a-bba6dc03f865" providerId="AD" clId="Web-{04218C6A-447B-A6AD-47C1-BDFBC64C5985}" dt="2024-11-13T02:04:49.963" v="10"/>
          <ac:picMkLst>
            <pc:docMk/>
            <pc:sldMk cId="975253694" sldId="471"/>
            <ac:picMk id="4" creationId="{AB2607C8-E876-6214-D95A-89BCB486C8F9}"/>
          </ac:picMkLst>
        </pc:picChg>
        <pc:picChg chg="add mod">
          <ac:chgData name="Noel Catabona" userId="S::ndcatabona@student.apc.edu.ph::5a59aaa5-afb1-48cd-976a-bba6dc03f865" providerId="AD" clId="Web-{04218C6A-447B-A6AD-47C1-BDFBC64C5985}" dt="2024-11-13T02:04:56.760" v="12" actId="14100"/>
          <ac:picMkLst>
            <pc:docMk/>
            <pc:sldMk cId="975253694" sldId="471"/>
            <ac:picMk id="5" creationId="{6DDE1D5C-B90C-1173-54A4-C70A6B41BB91}"/>
          </ac:picMkLst>
        </pc:picChg>
      </pc:sldChg>
      <pc:sldChg chg="add del">
        <pc:chgData name="Noel Catabona" userId="S::ndcatabona@student.apc.edu.ph::5a59aaa5-afb1-48cd-976a-bba6dc03f865" providerId="AD" clId="Web-{04218C6A-447B-A6AD-47C1-BDFBC64C5985}" dt="2024-11-13T02:11:35.305" v="42"/>
        <pc:sldMkLst>
          <pc:docMk/>
          <pc:sldMk cId="3983770937" sldId="475"/>
        </pc:sldMkLst>
      </pc:sldChg>
      <pc:sldChg chg="addSp delSp modSp">
        <pc:chgData name="Noel Catabona" userId="S::ndcatabona@student.apc.edu.ph::5a59aaa5-afb1-48cd-976a-bba6dc03f865" providerId="AD" clId="Web-{04218C6A-447B-A6AD-47C1-BDFBC64C5985}" dt="2024-11-13T02:05:51.496" v="19" actId="1076"/>
        <pc:sldMkLst>
          <pc:docMk/>
          <pc:sldMk cId="2063760081" sldId="481"/>
        </pc:sldMkLst>
        <pc:picChg chg="del mod">
          <ac:chgData name="Noel Catabona" userId="S::ndcatabona@student.apc.edu.ph::5a59aaa5-afb1-48cd-976a-bba6dc03f865" providerId="AD" clId="Web-{04218C6A-447B-A6AD-47C1-BDFBC64C5985}" dt="2024-11-13T02:05:44.887" v="16"/>
          <ac:picMkLst>
            <pc:docMk/>
            <pc:sldMk cId="2063760081" sldId="481"/>
            <ac:picMk id="2" creationId="{B474D646-31B9-6A9E-05D9-7F884ABA62D8}"/>
          </ac:picMkLst>
        </pc:picChg>
        <pc:picChg chg="add mod">
          <ac:chgData name="Noel Catabona" userId="S::ndcatabona@student.apc.edu.ph::5a59aaa5-afb1-48cd-976a-bba6dc03f865" providerId="AD" clId="Web-{04218C6A-447B-A6AD-47C1-BDFBC64C5985}" dt="2024-11-13T02:05:51.496" v="19" actId="1076"/>
          <ac:picMkLst>
            <pc:docMk/>
            <pc:sldMk cId="2063760081" sldId="481"/>
            <ac:picMk id="3" creationId="{39D38377-CACA-C8D9-BB19-AFD74BE7283D}"/>
          </ac:picMkLst>
        </pc:picChg>
      </pc:sldChg>
      <pc:sldChg chg="del">
        <pc:chgData name="Noel Catabona" userId="S::ndcatabona@student.apc.edu.ph::5a59aaa5-afb1-48cd-976a-bba6dc03f865" providerId="AD" clId="Web-{04218C6A-447B-A6AD-47C1-BDFBC64C5985}" dt="2024-11-13T02:13:01.949" v="52"/>
        <pc:sldMkLst>
          <pc:docMk/>
          <pc:sldMk cId="662427321" sldId="482"/>
        </pc:sldMkLst>
      </pc:sldChg>
      <pc:sldChg chg="addSp delSp modSp add replId">
        <pc:chgData name="Noel Catabona" userId="S::ndcatabona@student.apc.edu.ph::5a59aaa5-afb1-48cd-976a-bba6dc03f865" providerId="AD" clId="Web-{04218C6A-447B-A6AD-47C1-BDFBC64C5985}" dt="2024-11-13T02:06:54.124" v="29" actId="20577"/>
        <pc:sldMkLst>
          <pc:docMk/>
          <pc:sldMk cId="2492987705" sldId="487"/>
        </pc:sldMkLst>
        <pc:spChg chg="mod">
          <ac:chgData name="Noel Catabona" userId="S::ndcatabona@student.apc.edu.ph::5a59aaa5-afb1-48cd-976a-bba6dc03f865" providerId="AD" clId="Web-{04218C6A-447B-A6AD-47C1-BDFBC64C5985}" dt="2024-11-13T02:06:54.124" v="29" actId="20577"/>
          <ac:spMkLst>
            <pc:docMk/>
            <pc:sldMk cId="2492987705" sldId="487"/>
            <ac:spMk id="21" creationId="{D5E0E844-83DD-193C-5AA6-6EC64D9705F3}"/>
          </ac:spMkLst>
        </pc:spChg>
        <pc:picChg chg="del">
          <ac:chgData name="Noel Catabona" userId="S::ndcatabona@student.apc.edu.ph::5a59aaa5-afb1-48cd-976a-bba6dc03f865" providerId="AD" clId="Web-{04218C6A-447B-A6AD-47C1-BDFBC64C5985}" dt="2024-11-13T02:06:02.387" v="21"/>
          <ac:picMkLst>
            <pc:docMk/>
            <pc:sldMk cId="2492987705" sldId="487"/>
            <ac:picMk id="2" creationId="{0612197F-6445-0C9F-1ED4-9C378C2AD646}"/>
          </ac:picMkLst>
        </pc:picChg>
        <pc:picChg chg="add mod">
          <ac:chgData name="Noel Catabona" userId="S::ndcatabona@student.apc.edu.ph::5a59aaa5-afb1-48cd-976a-bba6dc03f865" providerId="AD" clId="Web-{04218C6A-447B-A6AD-47C1-BDFBC64C5985}" dt="2024-11-13T02:06:48.561" v="27" actId="14100"/>
          <ac:picMkLst>
            <pc:docMk/>
            <pc:sldMk cId="2492987705" sldId="487"/>
            <ac:picMk id="3" creationId="{46B7621C-0B10-82BF-9EC5-D8718ABAEEF8}"/>
          </ac:picMkLst>
        </pc:picChg>
      </pc:sldChg>
      <pc:sldChg chg="addSp delSp modSp add replId">
        <pc:chgData name="Noel Catabona" userId="S::ndcatabona@student.apc.edu.ph::5a59aaa5-afb1-48cd-976a-bba6dc03f865" providerId="AD" clId="Web-{04218C6A-447B-A6AD-47C1-BDFBC64C5985}" dt="2024-11-13T02:09:42.426" v="35" actId="1076"/>
        <pc:sldMkLst>
          <pc:docMk/>
          <pc:sldMk cId="110537867" sldId="488"/>
        </pc:sldMkLst>
        <pc:picChg chg="del">
          <ac:chgData name="Noel Catabona" userId="S::ndcatabona@student.apc.edu.ph::5a59aaa5-afb1-48cd-976a-bba6dc03f865" providerId="AD" clId="Web-{04218C6A-447B-A6AD-47C1-BDFBC64C5985}" dt="2024-11-13T02:08:37.580" v="31"/>
          <ac:picMkLst>
            <pc:docMk/>
            <pc:sldMk cId="110537867" sldId="488"/>
            <ac:picMk id="3" creationId="{535989C8-2FF7-6F9A-3B6C-22E45E486A90}"/>
          </ac:picMkLst>
        </pc:picChg>
        <pc:picChg chg="add mod">
          <ac:chgData name="Noel Catabona" userId="S::ndcatabona@student.apc.edu.ph::5a59aaa5-afb1-48cd-976a-bba6dc03f865" providerId="AD" clId="Web-{04218C6A-447B-A6AD-47C1-BDFBC64C5985}" dt="2024-11-13T02:09:42.426" v="35" actId="1076"/>
          <ac:picMkLst>
            <pc:docMk/>
            <pc:sldMk cId="110537867" sldId="488"/>
            <ac:picMk id="4" creationId="{4F72D457-9BDF-9499-87F0-F1E386A77B9B}"/>
          </ac:picMkLst>
        </pc:picChg>
      </pc:sldChg>
      <pc:sldChg chg="addSp delSp modSp add replId">
        <pc:chgData name="Noel Catabona" userId="S::ndcatabona@student.apc.edu.ph::5a59aaa5-afb1-48cd-976a-bba6dc03f865" providerId="AD" clId="Web-{04218C6A-447B-A6AD-47C1-BDFBC64C5985}" dt="2024-11-13T02:12:46.808" v="51" actId="14100"/>
        <pc:sldMkLst>
          <pc:docMk/>
          <pc:sldMk cId="2086182369" sldId="489"/>
        </pc:sldMkLst>
        <pc:picChg chg="add del mod">
          <ac:chgData name="Noel Catabona" userId="S::ndcatabona@student.apc.edu.ph::5a59aaa5-afb1-48cd-976a-bba6dc03f865" providerId="AD" clId="Web-{04218C6A-447B-A6AD-47C1-BDFBC64C5985}" dt="2024-11-13T02:12:03.103" v="44"/>
          <ac:picMkLst>
            <pc:docMk/>
            <pc:sldMk cId="2086182369" sldId="489"/>
            <ac:picMk id="3" creationId="{BFB2DBA6-FC77-9A45-314D-C976E4842B45}"/>
          </ac:picMkLst>
        </pc:picChg>
        <pc:picChg chg="del">
          <ac:chgData name="Noel Catabona" userId="S::ndcatabona@student.apc.edu.ph::5a59aaa5-afb1-48cd-976a-bba6dc03f865" providerId="AD" clId="Web-{04218C6A-447B-A6AD-47C1-BDFBC64C5985}" dt="2024-11-13T02:10:31.006" v="37"/>
          <ac:picMkLst>
            <pc:docMk/>
            <pc:sldMk cId="2086182369" sldId="489"/>
            <ac:picMk id="4" creationId="{589CE711-2A01-6B09-3647-1FA6D16DDBD2}"/>
          </ac:picMkLst>
        </pc:picChg>
        <pc:picChg chg="add mod">
          <ac:chgData name="Noel Catabona" userId="S::ndcatabona@student.apc.edu.ph::5a59aaa5-afb1-48cd-976a-bba6dc03f865" providerId="AD" clId="Web-{04218C6A-447B-A6AD-47C1-BDFBC64C5985}" dt="2024-11-13T02:12:46.808" v="51" actId="14100"/>
          <ac:picMkLst>
            <pc:docMk/>
            <pc:sldMk cId="2086182369" sldId="489"/>
            <ac:picMk id="5" creationId="{A1C25FBC-D1E6-C220-95FD-555CC2DFC041}"/>
          </ac:picMkLst>
        </pc:picChg>
      </pc:sldChg>
      <pc:sldChg chg="addSp delSp modSp add replId">
        <pc:chgData name="Noel Catabona" userId="S::ndcatabona@student.apc.edu.ph::5a59aaa5-afb1-48cd-976a-bba6dc03f865" providerId="AD" clId="Web-{04218C6A-447B-A6AD-47C1-BDFBC64C5985}" dt="2024-11-13T02:12:11.775" v="48" actId="14100"/>
        <pc:sldMkLst>
          <pc:docMk/>
          <pc:sldMk cId="1631055899" sldId="490"/>
        </pc:sldMkLst>
        <pc:picChg chg="del">
          <ac:chgData name="Noel Catabona" userId="S::ndcatabona@student.apc.edu.ph::5a59aaa5-afb1-48cd-976a-bba6dc03f865" providerId="AD" clId="Web-{04218C6A-447B-A6AD-47C1-BDFBC64C5985}" dt="2024-11-13T02:12:05.478" v="45"/>
          <ac:picMkLst>
            <pc:docMk/>
            <pc:sldMk cId="1631055899" sldId="490"/>
            <ac:picMk id="2" creationId="{4D1A8317-B775-8057-D26A-1BC9476356E0}"/>
          </ac:picMkLst>
        </pc:picChg>
        <pc:picChg chg="add mod">
          <ac:chgData name="Noel Catabona" userId="S::ndcatabona@student.apc.edu.ph::5a59aaa5-afb1-48cd-976a-bba6dc03f865" providerId="AD" clId="Web-{04218C6A-447B-A6AD-47C1-BDFBC64C5985}" dt="2024-11-13T02:12:11.775" v="48" actId="14100"/>
          <ac:picMkLst>
            <pc:docMk/>
            <pc:sldMk cId="1631055899" sldId="490"/>
            <ac:picMk id="3" creationId="{E4A292DA-0E09-6B76-5C24-B7E8DB42DD3A}"/>
          </ac:picMkLst>
        </pc:picChg>
      </pc:sldChg>
    </pc:docChg>
  </pc:docChgLst>
  <pc:docChgLst>
    <pc:chgData name="Hans Edwin Maybituin" userId="S::hymaybituin@student.apc.edu.ph::f65a01c4-0c6c-43cb-833b-1b1d62557ea9" providerId="AD" clId="Web-{9BD5C107-E916-B11B-F994-44E756AF5DAC}"/>
    <pc:docChg chg="addSld modSld modSection">
      <pc:chgData name="Hans Edwin Maybituin" userId="S::hymaybituin@student.apc.edu.ph::f65a01c4-0c6c-43cb-833b-1b1d62557ea9" providerId="AD" clId="Web-{9BD5C107-E916-B11B-F994-44E756AF5DAC}" dt="2024-11-11T15:58:13.886" v="97" actId="1076"/>
      <pc:docMkLst>
        <pc:docMk/>
      </pc:docMkLst>
      <pc:sldChg chg="addSp delSp modSp">
        <pc:chgData name="Hans Edwin Maybituin" userId="S::hymaybituin@student.apc.edu.ph::f65a01c4-0c6c-43cb-833b-1b1d62557ea9" providerId="AD" clId="Web-{9BD5C107-E916-B11B-F994-44E756AF5DAC}" dt="2024-11-11T15:44:25.538" v="9" actId="1076"/>
        <pc:sldMkLst>
          <pc:docMk/>
          <pc:sldMk cId="2208589789" sldId="442"/>
        </pc:sldMkLst>
        <pc:picChg chg="del">
          <ac:chgData name="Hans Edwin Maybituin" userId="S::hymaybituin@student.apc.edu.ph::f65a01c4-0c6c-43cb-833b-1b1d62557ea9" providerId="AD" clId="Web-{9BD5C107-E916-B11B-F994-44E756AF5DAC}" dt="2024-11-11T15:43:35.022" v="0"/>
          <ac:picMkLst>
            <pc:docMk/>
            <pc:sldMk cId="2208589789" sldId="442"/>
            <ac:picMk id="2" creationId="{00000000-0000-0000-0000-000000000000}"/>
          </ac:picMkLst>
        </pc:picChg>
        <pc:picChg chg="add mod">
          <ac:chgData name="Hans Edwin Maybituin" userId="S::hymaybituin@student.apc.edu.ph::f65a01c4-0c6c-43cb-833b-1b1d62557ea9" providerId="AD" clId="Web-{9BD5C107-E916-B11B-F994-44E756AF5DAC}" dt="2024-11-11T15:44:25.538" v="9" actId="1076"/>
          <ac:picMkLst>
            <pc:docMk/>
            <pc:sldMk cId="2208589789" sldId="442"/>
            <ac:picMk id="3" creationId="{E6218F0D-1462-F601-1695-9456B4356F6A}"/>
          </ac:picMkLst>
        </pc:picChg>
      </pc:sldChg>
      <pc:sldChg chg="addSp delSp modSp">
        <pc:chgData name="Hans Edwin Maybituin" userId="S::hymaybituin@student.apc.edu.ph::f65a01c4-0c6c-43cb-833b-1b1d62557ea9" providerId="AD" clId="Web-{9BD5C107-E916-B11B-F994-44E756AF5DAC}" dt="2024-11-11T15:44:19.694" v="8" actId="1076"/>
        <pc:sldMkLst>
          <pc:docMk/>
          <pc:sldMk cId="292593745" sldId="458"/>
        </pc:sldMkLst>
        <pc:picChg chg="add mod">
          <ac:chgData name="Hans Edwin Maybituin" userId="S::hymaybituin@student.apc.edu.ph::f65a01c4-0c6c-43cb-833b-1b1d62557ea9" providerId="AD" clId="Web-{9BD5C107-E916-B11B-F994-44E756AF5DAC}" dt="2024-11-11T15:44:19.694" v="8" actId="1076"/>
          <ac:picMkLst>
            <pc:docMk/>
            <pc:sldMk cId="292593745" sldId="458"/>
            <ac:picMk id="2" creationId="{BD9D52B4-D414-194A-3EA7-EC6081A47BFC}"/>
          </ac:picMkLst>
        </pc:picChg>
        <pc:picChg chg="del">
          <ac:chgData name="Hans Edwin Maybituin" userId="S::hymaybituin@student.apc.edu.ph::f65a01c4-0c6c-43cb-833b-1b1d62557ea9" providerId="AD" clId="Web-{9BD5C107-E916-B11B-F994-44E756AF5DAC}" dt="2024-11-11T15:43:57.069" v="4"/>
          <ac:picMkLst>
            <pc:docMk/>
            <pc:sldMk cId="292593745" sldId="458"/>
            <ac:picMk id="3" creationId="{00000000-0000-0000-0000-000000000000}"/>
          </ac:picMkLst>
        </pc:picChg>
      </pc:sldChg>
      <pc:sldChg chg="addSp delSp modSp">
        <pc:chgData name="Hans Edwin Maybituin" userId="S::hymaybituin@student.apc.edu.ph::f65a01c4-0c6c-43cb-833b-1b1d62557ea9" providerId="AD" clId="Web-{9BD5C107-E916-B11B-F994-44E756AF5DAC}" dt="2024-11-11T15:44:47.132" v="14" actId="1076"/>
        <pc:sldMkLst>
          <pc:docMk/>
          <pc:sldMk cId="1715150972" sldId="459"/>
        </pc:sldMkLst>
        <pc:picChg chg="add mod">
          <ac:chgData name="Hans Edwin Maybituin" userId="S::hymaybituin@student.apc.edu.ph::f65a01c4-0c6c-43cb-833b-1b1d62557ea9" providerId="AD" clId="Web-{9BD5C107-E916-B11B-F994-44E756AF5DAC}" dt="2024-11-11T15:44:47.132" v="14" actId="1076"/>
          <ac:picMkLst>
            <pc:docMk/>
            <pc:sldMk cId="1715150972" sldId="459"/>
            <ac:picMk id="2" creationId="{92E99BE2-F0D6-E79B-E520-A567B65457DF}"/>
          </ac:picMkLst>
        </pc:picChg>
        <pc:picChg chg="del">
          <ac:chgData name="Hans Edwin Maybituin" userId="S::hymaybituin@student.apc.edu.ph::f65a01c4-0c6c-43cb-833b-1b1d62557ea9" providerId="AD" clId="Web-{9BD5C107-E916-B11B-F994-44E756AF5DAC}" dt="2024-11-11T15:44:31.210" v="10"/>
          <ac:picMkLst>
            <pc:docMk/>
            <pc:sldMk cId="1715150972" sldId="459"/>
            <ac:picMk id="3" creationId="{00000000-0000-0000-0000-000000000000}"/>
          </ac:picMkLst>
        </pc:picChg>
      </pc:sldChg>
      <pc:sldChg chg="addSp delSp modSp">
        <pc:chgData name="Hans Edwin Maybituin" userId="S::hymaybituin@student.apc.edu.ph::f65a01c4-0c6c-43cb-833b-1b1d62557ea9" providerId="AD" clId="Web-{9BD5C107-E916-B11B-F994-44E756AF5DAC}" dt="2024-11-11T15:45:11.116" v="19" actId="1076"/>
        <pc:sldMkLst>
          <pc:docMk/>
          <pc:sldMk cId="2098410437" sldId="460"/>
        </pc:sldMkLst>
        <pc:picChg chg="add mod">
          <ac:chgData name="Hans Edwin Maybituin" userId="S::hymaybituin@student.apc.edu.ph::f65a01c4-0c6c-43cb-833b-1b1d62557ea9" providerId="AD" clId="Web-{9BD5C107-E916-B11B-F994-44E756AF5DAC}" dt="2024-11-11T15:45:11.116" v="19" actId="1076"/>
          <ac:picMkLst>
            <pc:docMk/>
            <pc:sldMk cId="2098410437" sldId="460"/>
            <ac:picMk id="2" creationId="{2BD6EFC0-0945-4A12-1772-DC7115AF1878}"/>
          </ac:picMkLst>
        </pc:picChg>
        <pc:picChg chg="del">
          <ac:chgData name="Hans Edwin Maybituin" userId="S::hymaybituin@student.apc.edu.ph::f65a01c4-0c6c-43cb-833b-1b1d62557ea9" providerId="AD" clId="Web-{9BD5C107-E916-B11B-F994-44E756AF5DAC}" dt="2024-11-11T15:44:49.273" v="15"/>
          <ac:picMkLst>
            <pc:docMk/>
            <pc:sldMk cId="2098410437" sldId="460"/>
            <ac:picMk id="3" creationId="{00000000-0000-0000-0000-000000000000}"/>
          </ac:picMkLst>
        </pc:picChg>
      </pc:sldChg>
      <pc:sldChg chg="addSp delSp modSp">
        <pc:chgData name="Hans Edwin Maybituin" userId="S::hymaybituin@student.apc.edu.ph::f65a01c4-0c6c-43cb-833b-1b1d62557ea9" providerId="AD" clId="Web-{9BD5C107-E916-B11B-F994-44E756AF5DAC}" dt="2024-11-11T15:46:07.132" v="26" actId="1076"/>
        <pc:sldMkLst>
          <pc:docMk/>
          <pc:sldMk cId="3814252443" sldId="461"/>
        </pc:sldMkLst>
        <pc:picChg chg="add del mod">
          <ac:chgData name="Hans Edwin Maybituin" userId="S::hymaybituin@student.apc.edu.ph::f65a01c4-0c6c-43cb-833b-1b1d62557ea9" providerId="AD" clId="Web-{9BD5C107-E916-B11B-F994-44E756AF5DAC}" dt="2024-11-11T15:45:48.960" v="23"/>
          <ac:picMkLst>
            <pc:docMk/>
            <pc:sldMk cId="3814252443" sldId="461"/>
            <ac:picMk id="2" creationId="{1FE06DDB-9C9C-2BD0-BD65-0394FE2D6E6B}"/>
          </ac:picMkLst>
        </pc:picChg>
        <pc:picChg chg="del">
          <ac:chgData name="Hans Edwin Maybituin" userId="S::hymaybituin@student.apc.edu.ph::f65a01c4-0c6c-43cb-833b-1b1d62557ea9" providerId="AD" clId="Web-{9BD5C107-E916-B11B-F994-44E756AF5DAC}" dt="2024-11-11T15:45:20.148" v="20"/>
          <ac:picMkLst>
            <pc:docMk/>
            <pc:sldMk cId="3814252443" sldId="461"/>
            <ac:picMk id="3" creationId="{00000000-0000-0000-0000-000000000000}"/>
          </ac:picMkLst>
        </pc:picChg>
        <pc:picChg chg="add mod">
          <ac:chgData name="Hans Edwin Maybituin" userId="S::hymaybituin@student.apc.edu.ph::f65a01c4-0c6c-43cb-833b-1b1d62557ea9" providerId="AD" clId="Web-{9BD5C107-E916-B11B-F994-44E756AF5DAC}" dt="2024-11-11T15:46:07.132" v="26" actId="1076"/>
          <ac:picMkLst>
            <pc:docMk/>
            <pc:sldMk cId="3814252443" sldId="461"/>
            <ac:picMk id="4" creationId="{258F3AC7-8C85-AC23-DD87-68D58976D751}"/>
          </ac:picMkLst>
        </pc:picChg>
      </pc:sldChg>
      <pc:sldChg chg="addSp delSp modSp">
        <pc:chgData name="Hans Edwin Maybituin" userId="S::hymaybituin@student.apc.edu.ph::f65a01c4-0c6c-43cb-833b-1b1d62557ea9" providerId="AD" clId="Web-{9BD5C107-E916-B11B-F994-44E756AF5DAC}" dt="2024-11-11T15:46:51.664" v="33" actId="1076"/>
        <pc:sldMkLst>
          <pc:docMk/>
          <pc:sldMk cId="2563241599" sldId="462"/>
        </pc:sldMkLst>
        <pc:picChg chg="add mod">
          <ac:chgData name="Hans Edwin Maybituin" userId="S::hymaybituin@student.apc.edu.ph::f65a01c4-0c6c-43cb-833b-1b1d62557ea9" providerId="AD" clId="Web-{9BD5C107-E916-B11B-F994-44E756AF5DAC}" dt="2024-11-11T15:46:51.664" v="33" actId="1076"/>
          <ac:picMkLst>
            <pc:docMk/>
            <pc:sldMk cId="2563241599" sldId="462"/>
            <ac:picMk id="2" creationId="{BAEE3AF0-F3FE-E1D3-5D14-AF68B55BBAC4}"/>
          </ac:picMkLst>
        </pc:picChg>
        <pc:picChg chg="del">
          <ac:chgData name="Hans Edwin Maybituin" userId="S::hymaybituin@student.apc.edu.ph::f65a01c4-0c6c-43cb-833b-1b1d62557ea9" providerId="AD" clId="Web-{9BD5C107-E916-B11B-F994-44E756AF5DAC}" dt="2024-11-11T15:46:24.976" v="27"/>
          <ac:picMkLst>
            <pc:docMk/>
            <pc:sldMk cId="2563241599" sldId="462"/>
            <ac:picMk id="3" creationId="{00000000-0000-0000-0000-000000000000}"/>
          </ac:picMkLst>
        </pc:picChg>
      </pc:sldChg>
      <pc:sldChg chg="addSp delSp modSp">
        <pc:chgData name="Hans Edwin Maybituin" userId="S::hymaybituin@student.apc.edu.ph::f65a01c4-0c6c-43cb-833b-1b1d62557ea9" providerId="AD" clId="Web-{9BD5C107-E916-B11B-F994-44E756AF5DAC}" dt="2024-11-11T15:48:16.461" v="41" actId="1076"/>
        <pc:sldMkLst>
          <pc:docMk/>
          <pc:sldMk cId="639629662" sldId="463"/>
        </pc:sldMkLst>
        <pc:picChg chg="del">
          <ac:chgData name="Hans Edwin Maybituin" userId="S::hymaybituin@student.apc.edu.ph::f65a01c4-0c6c-43cb-833b-1b1d62557ea9" providerId="AD" clId="Web-{9BD5C107-E916-B11B-F994-44E756AF5DAC}" dt="2024-11-11T15:47:23.945" v="34"/>
          <ac:picMkLst>
            <pc:docMk/>
            <pc:sldMk cId="639629662" sldId="463"/>
            <ac:picMk id="2" creationId="{00000000-0000-0000-0000-000000000000}"/>
          </ac:picMkLst>
        </pc:picChg>
        <pc:picChg chg="add del mod">
          <ac:chgData name="Hans Edwin Maybituin" userId="S::hymaybituin@student.apc.edu.ph::f65a01c4-0c6c-43cb-833b-1b1d62557ea9" providerId="AD" clId="Web-{9BD5C107-E916-B11B-F994-44E756AF5DAC}" dt="2024-11-11T15:47:53.602" v="37"/>
          <ac:picMkLst>
            <pc:docMk/>
            <pc:sldMk cId="639629662" sldId="463"/>
            <ac:picMk id="3" creationId="{5FBADA09-5793-55AF-AF60-35F15C531316}"/>
          </ac:picMkLst>
        </pc:picChg>
        <pc:picChg chg="add mod">
          <ac:chgData name="Hans Edwin Maybituin" userId="S::hymaybituin@student.apc.edu.ph::f65a01c4-0c6c-43cb-833b-1b1d62557ea9" providerId="AD" clId="Web-{9BD5C107-E916-B11B-F994-44E756AF5DAC}" dt="2024-11-11T15:48:16.461" v="41" actId="1076"/>
          <ac:picMkLst>
            <pc:docMk/>
            <pc:sldMk cId="639629662" sldId="463"/>
            <ac:picMk id="4" creationId="{6923370F-893D-2415-69AF-98B1AFE59FE1}"/>
          </ac:picMkLst>
        </pc:picChg>
      </pc:sldChg>
      <pc:sldChg chg="addSp delSp modSp">
        <pc:chgData name="Hans Edwin Maybituin" userId="S::hymaybituin@student.apc.edu.ph::f65a01c4-0c6c-43cb-833b-1b1d62557ea9" providerId="AD" clId="Web-{9BD5C107-E916-B11B-F994-44E756AF5DAC}" dt="2024-11-11T15:48:55.993" v="51" actId="1076"/>
        <pc:sldMkLst>
          <pc:docMk/>
          <pc:sldMk cId="1950850161" sldId="464"/>
        </pc:sldMkLst>
        <pc:picChg chg="add mod">
          <ac:chgData name="Hans Edwin Maybituin" userId="S::hymaybituin@student.apc.edu.ph::f65a01c4-0c6c-43cb-833b-1b1d62557ea9" providerId="AD" clId="Web-{9BD5C107-E916-B11B-F994-44E756AF5DAC}" dt="2024-11-11T15:48:55.993" v="51" actId="1076"/>
          <ac:picMkLst>
            <pc:docMk/>
            <pc:sldMk cId="1950850161" sldId="464"/>
            <ac:picMk id="2" creationId="{A15E464B-71A7-4990-A6B6-034E2570C95B}"/>
          </ac:picMkLst>
        </pc:picChg>
        <pc:picChg chg="del">
          <ac:chgData name="Hans Edwin Maybituin" userId="S::hymaybituin@student.apc.edu.ph::f65a01c4-0c6c-43cb-833b-1b1d62557ea9" providerId="AD" clId="Web-{9BD5C107-E916-B11B-F994-44E756AF5DAC}" dt="2024-11-11T15:48:37.289" v="47"/>
          <ac:picMkLst>
            <pc:docMk/>
            <pc:sldMk cId="1950850161" sldId="464"/>
            <ac:picMk id="3" creationId="{00000000-0000-0000-0000-000000000000}"/>
          </ac:picMkLst>
        </pc:picChg>
      </pc:sldChg>
      <pc:sldChg chg="addSp delSp modSp">
        <pc:chgData name="Hans Edwin Maybituin" userId="S::hymaybituin@student.apc.edu.ph::f65a01c4-0c6c-43cb-833b-1b1d62557ea9" providerId="AD" clId="Web-{9BD5C107-E916-B11B-F994-44E756AF5DAC}" dt="2024-11-11T15:51:54.790" v="68" actId="14100"/>
        <pc:sldMkLst>
          <pc:docMk/>
          <pc:sldMk cId="355858350" sldId="466"/>
        </pc:sldMkLst>
        <pc:picChg chg="add mod">
          <ac:chgData name="Hans Edwin Maybituin" userId="S::hymaybituin@student.apc.edu.ph::f65a01c4-0c6c-43cb-833b-1b1d62557ea9" providerId="AD" clId="Web-{9BD5C107-E916-B11B-F994-44E756AF5DAC}" dt="2024-11-11T15:51:54.790" v="68" actId="14100"/>
          <ac:picMkLst>
            <pc:docMk/>
            <pc:sldMk cId="355858350" sldId="466"/>
            <ac:picMk id="2" creationId="{9D9B0A4A-83CF-A139-DB89-0EF5A1531CD3}"/>
          </ac:picMkLst>
        </pc:picChg>
        <pc:picChg chg="del">
          <ac:chgData name="Hans Edwin Maybituin" userId="S::hymaybituin@student.apc.edu.ph::f65a01c4-0c6c-43cb-833b-1b1d62557ea9" providerId="AD" clId="Web-{9BD5C107-E916-B11B-F994-44E756AF5DAC}" dt="2024-11-11T15:51:42.431" v="64"/>
          <ac:picMkLst>
            <pc:docMk/>
            <pc:sldMk cId="355858350" sldId="466"/>
            <ac:picMk id="3" creationId="{39AD2DB8-2E35-66D4-F558-78B6101AA497}"/>
          </ac:picMkLst>
        </pc:picChg>
      </pc:sldChg>
      <pc:sldChg chg="delSp modSp">
        <pc:chgData name="Hans Edwin Maybituin" userId="S::hymaybituin@student.apc.edu.ph::f65a01c4-0c6c-43cb-833b-1b1d62557ea9" providerId="AD" clId="Web-{9BD5C107-E916-B11B-F994-44E756AF5DAC}" dt="2024-11-11T15:53:45.197" v="87" actId="14100"/>
        <pc:sldMkLst>
          <pc:docMk/>
          <pc:sldMk cId="2958638001" sldId="473"/>
        </pc:sldMkLst>
        <pc:spChg chg="del">
          <ac:chgData name="Hans Edwin Maybituin" userId="S::hymaybituin@student.apc.edu.ph::f65a01c4-0c6c-43cb-833b-1b1d62557ea9" providerId="AD" clId="Web-{9BD5C107-E916-B11B-F994-44E756AF5DAC}" dt="2024-11-11T15:53:36.213" v="84"/>
          <ac:spMkLst>
            <pc:docMk/>
            <pc:sldMk cId="2958638001" sldId="473"/>
            <ac:spMk id="21" creationId="{A7C591CD-0C01-BE67-5EF5-3C143A52D3AE}"/>
          </ac:spMkLst>
        </pc:spChg>
        <pc:picChg chg="mod">
          <ac:chgData name="Hans Edwin Maybituin" userId="S::hymaybituin@student.apc.edu.ph::f65a01c4-0c6c-43cb-833b-1b1d62557ea9" providerId="AD" clId="Web-{9BD5C107-E916-B11B-F994-44E756AF5DAC}" dt="2024-11-11T15:53:45.197" v="87" actId="14100"/>
          <ac:picMkLst>
            <pc:docMk/>
            <pc:sldMk cId="2958638001" sldId="473"/>
            <ac:picMk id="3" creationId="{535989C8-2FF7-6F9A-3B6C-22E45E486A90}"/>
          </ac:picMkLst>
        </pc:picChg>
      </pc:sldChg>
      <pc:sldChg chg="delSp modSp">
        <pc:chgData name="Hans Edwin Maybituin" userId="S::hymaybituin@student.apc.edu.ph::f65a01c4-0c6c-43cb-833b-1b1d62557ea9" providerId="AD" clId="Web-{9BD5C107-E916-B11B-F994-44E756AF5DAC}" dt="2024-11-11T15:53:20.603" v="83" actId="14100"/>
        <pc:sldMkLst>
          <pc:docMk/>
          <pc:sldMk cId="1817684728" sldId="474"/>
        </pc:sldMkLst>
        <pc:spChg chg="del">
          <ac:chgData name="Hans Edwin Maybituin" userId="S::hymaybituin@student.apc.edu.ph::f65a01c4-0c6c-43cb-833b-1b1d62557ea9" providerId="AD" clId="Web-{9BD5C107-E916-B11B-F994-44E756AF5DAC}" dt="2024-11-11T15:53:10.510" v="80"/>
          <ac:spMkLst>
            <pc:docMk/>
            <pc:sldMk cId="1817684728" sldId="474"/>
            <ac:spMk id="21" creationId="{CAC15379-8A53-A600-5966-FAD047E4E1BA}"/>
          </ac:spMkLst>
        </pc:spChg>
        <pc:picChg chg="mod">
          <ac:chgData name="Hans Edwin Maybituin" userId="S::hymaybituin@student.apc.edu.ph::f65a01c4-0c6c-43cb-833b-1b1d62557ea9" providerId="AD" clId="Web-{9BD5C107-E916-B11B-F994-44E756AF5DAC}" dt="2024-11-11T15:53:20.603" v="83" actId="14100"/>
          <ac:picMkLst>
            <pc:docMk/>
            <pc:sldMk cId="1817684728" sldId="474"/>
            <ac:picMk id="4" creationId="{589CE711-2A01-6B09-3647-1FA6D16DDBD2}"/>
          </ac:picMkLst>
        </pc:picChg>
      </pc:sldChg>
      <pc:sldChg chg="delSp modSp">
        <pc:chgData name="Hans Edwin Maybituin" userId="S::hymaybituin@student.apc.edu.ph::f65a01c4-0c6c-43cb-833b-1b1d62557ea9" providerId="AD" clId="Web-{9BD5C107-E916-B11B-F994-44E756AF5DAC}" dt="2024-11-11T15:52:44.650" v="73" actId="14100"/>
        <pc:sldMkLst>
          <pc:docMk/>
          <pc:sldMk cId="3983770937" sldId="475"/>
        </pc:sldMkLst>
        <pc:spChg chg="del mod">
          <ac:chgData name="Hans Edwin Maybituin" userId="S::hymaybituin@student.apc.edu.ph::f65a01c4-0c6c-43cb-833b-1b1d62557ea9" providerId="AD" clId="Web-{9BD5C107-E916-B11B-F994-44E756AF5DAC}" dt="2024-11-11T15:52:33.962" v="70"/>
          <ac:spMkLst>
            <pc:docMk/>
            <pc:sldMk cId="3983770937" sldId="475"/>
            <ac:spMk id="21" creationId="{6F976041-0253-7037-9CCE-C53629C4F248}"/>
          </ac:spMkLst>
        </pc:spChg>
        <pc:picChg chg="mod">
          <ac:chgData name="Hans Edwin Maybituin" userId="S::hymaybituin@student.apc.edu.ph::f65a01c4-0c6c-43cb-833b-1b1d62557ea9" providerId="AD" clId="Web-{9BD5C107-E916-B11B-F994-44E756AF5DAC}" dt="2024-11-11T15:52:44.650" v="73" actId="14100"/>
          <ac:picMkLst>
            <pc:docMk/>
            <pc:sldMk cId="3983770937" sldId="475"/>
            <ac:picMk id="2" creationId="{4D1A8317-B775-8057-D26A-1BC9476356E0}"/>
          </ac:picMkLst>
        </pc:picChg>
      </pc:sldChg>
      <pc:sldChg chg="addSp modSp">
        <pc:chgData name="Hans Edwin Maybituin" userId="S::hymaybituin@student.apc.edu.ph::f65a01c4-0c6c-43cb-833b-1b1d62557ea9" providerId="AD" clId="Web-{9BD5C107-E916-B11B-F994-44E756AF5DAC}" dt="2024-11-11T15:58:13.886" v="97" actId="1076"/>
        <pc:sldMkLst>
          <pc:docMk/>
          <pc:sldMk cId="4192408167" sldId="477"/>
        </pc:sldMkLst>
        <pc:picChg chg="add mod">
          <ac:chgData name="Hans Edwin Maybituin" userId="S::hymaybituin@student.apc.edu.ph::f65a01c4-0c6c-43cb-833b-1b1d62557ea9" providerId="AD" clId="Web-{9BD5C107-E916-B11B-F994-44E756AF5DAC}" dt="2024-11-11T15:58:13.886" v="97" actId="1076"/>
          <ac:picMkLst>
            <pc:docMk/>
            <pc:sldMk cId="4192408167" sldId="477"/>
            <ac:picMk id="2" creationId="{748E7FF0-D524-066A-34FD-6551E7CD1C3E}"/>
          </ac:picMkLst>
        </pc:picChg>
      </pc:sldChg>
      <pc:sldChg chg="delSp modSp">
        <pc:chgData name="Hans Edwin Maybituin" userId="S::hymaybituin@student.apc.edu.ph::f65a01c4-0c6c-43cb-833b-1b1d62557ea9" providerId="AD" clId="Web-{9BD5C107-E916-B11B-F994-44E756AF5DAC}" dt="2024-11-11T15:53:02.525" v="79" actId="14100"/>
        <pc:sldMkLst>
          <pc:docMk/>
          <pc:sldMk cId="662427321" sldId="482"/>
        </pc:sldMkLst>
        <pc:spChg chg="del">
          <ac:chgData name="Hans Edwin Maybituin" userId="S::hymaybituin@student.apc.edu.ph::f65a01c4-0c6c-43cb-833b-1b1d62557ea9" providerId="AD" clId="Web-{9BD5C107-E916-B11B-F994-44E756AF5DAC}" dt="2024-11-11T15:52:50.775" v="74"/>
          <ac:spMkLst>
            <pc:docMk/>
            <pc:sldMk cId="662427321" sldId="482"/>
            <ac:spMk id="21" creationId="{6F976041-0253-7037-9CCE-C53629C4F248}"/>
          </ac:spMkLst>
        </pc:spChg>
        <pc:picChg chg="mod">
          <ac:chgData name="Hans Edwin Maybituin" userId="S::hymaybituin@student.apc.edu.ph::f65a01c4-0c6c-43cb-833b-1b1d62557ea9" providerId="AD" clId="Web-{9BD5C107-E916-B11B-F994-44E756AF5DAC}" dt="2024-11-11T15:53:02.525" v="79" actId="14100"/>
          <ac:picMkLst>
            <pc:docMk/>
            <pc:sldMk cId="662427321" sldId="482"/>
            <ac:picMk id="2" creationId="{4A56A198-3166-2460-DF12-5EF12259BAB3}"/>
          </ac:picMkLst>
        </pc:picChg>
      </pc:sldChg>
      <pc:sldChg chg="addSp delSp modSp add replId">
        <pc:chgData name="Hans Edwin Maybituin" userId="S::hymaybituin@student.apc.edu.ph::f65a01c4-0c6c-43cb-833b-1b1d62557ea9" providerId="AD" clId="Web-{9BD5C107-E916-B11B-F994-44E756AF5DAC}" dt="2024-11-11T15:49:21.071" v="53" actId="1076"/>
        <pc:sldMkLst>
          <pc:docMk/>
          <pc:sldMk cId="2677154376" sldId="483"/>
        </pc:sldMkLst>
        <pc:picChg chg="add mod">
          <ac:chgData name="Hans Edwin Maybituin" userId="S::hymaybituin@student.apc.edu.ph::f65a01c4-0c6c-43cb-833b-1b1d62557ea9" providerId="AD" clId="Web-{9BD5C107-E916-B11B-F994-44E756AF5DAC}" dt="2024-11-11T15:49:21.071" v="53" actId="1076"/>
          <ac:picMkLst>
            <pc:docMk/>
            <pc:sldMk cId="2677154376" sldId="483"/>
            <ac:picMk id="2" creationId="{3164AF7D-EA37-68E5-7D7E-3025A7BCF477}"/>
          </ac:picMkLst>
        </pc:picChg>
        <pc:picChg chg="del">
          <ac:chgData name="Hans Edwin Maybituin" userId="S::hymaybituin@student.apc.edu.ph::f65a01c4-0c6c-43cb-833b-1b1d62557ea9" providerId="AD" clId="Web-{9BD5C107-E916-B11B-F994-44E756AF5DAC}" dt="2024-11-11T15:48:25.117" v="43"/>
          <ac:picMkLst>
            <pc:docMk/>
            <pc:sldMk cId="2677154376" sldId="483"/>
            <ac:picMk id="3" creationId="{00000000-0000-0000-0000-000000000000}"/>
          </ac:picMkLst>
        </pc:picChg>
      </pc:sldChg>
      <pc:sldChg chg="addSp modSp add replId">
        <pc:chgData name="Hans Edwin Maybituin" userId="S::hymaybituin@student.apc.edu.ph::f65a01c4-0c6c-43cb-833b-1b1d62557ea9" providerId="AD" clId="Web-{9BD5C107-E916-B11B-F994-44E756AF5DAC}" dt="2024-11-11T15:49:58.446" v="58" actId="1076"/>
        <pc:sldMkLst>
          <pc:docMk/>
          <pc:sldMk cId="2835026556" sldId="484"/>
        </pc:sldMkLst>
        <pc:picChg chg="add mod">
          <ac:chgData name="Hans Edwin Maybituin" userId="S::hymaybituin@student.apc.edu.ph::f65a01c4-0c6c-43cb-833b-1b1d62557ea9" providerId="AD" clId="Web-{9BD5C107-E916-B11B-F994-44E756AF5DAC}" dt="2024-11-11T15:49:58.446" v="58" actId="1076"/>
          <ac:picMkLst>
            <pc:docMk/>
            <pc:sldMk cId="2835026556" sldId="484"/>
            <ac:picMk id="2" creationId="{FA403208-2116-B0B9-5599-C066C2C40E91}"/>
          </ac:picMkLst>
        </pc:picChg>
      </pc:sldChg>
      <pc:sldChg chg="addSp modSp add replId">
        <pc:chgData name="Hans Edwin Maybituin" userId="S::hymaybituin@student.apc.edu.ph::f65a01c4-0c6c-43cb-833b-1b1d62557ea9" providerId="AD" clId="Web-{9BD5C107-E916-B11B-F994-44E756AF5DAC}" dt="2024-11-11T15:50:29.321" v="62" actId="1076"/>
        <pc:sldMkLst>
          <pc:docMk/>
          <pc:sldMk cId="1680450133" sldId="485"/>
        </pc:sldMkLst>
        <pc:picChg chg="add mod">
          <ac:chgData name="Hans Edwin Maybituin" userId="S::hymaybituin@student.apc.edu.ph::f65a01c4-0c6c-43cb-833b-1b1d62557ea9" providerId="AD" clId="Web-{9BD5C107-E916-B11B-F994-44E756AF5DAC}" dt="2024-11-11T15:50:29.321" v="62" actId="1076"/>
          <ac:picMkLst>
            <pc:docMk/>
            <pc:sldMk cId="1680450133" sldId="485"/>
            <ac:picMk id="2" creationId="{C9826313-5A90-54D1-E0FD-5010D192A0E5}"/>
          </ac:picMkLst>
        </pc:picChg>
      </pc:sldChg>
      <pc:sldChg chg="addSp modSp add replId">
        <pc:chgData name="Hans Edwin Maybituin" userId="S::hymaybituin@student.apc.edu.ph::f65a01c4-0c6c-43cb-833b-1b1d62557ea9" providerId="AD" clId="Web-{9BD5C107-E916-B11B-F994-44E756AF5DAC}" dt="2024-11-11T15:50:44.634" v="63"/>
        <pc:sldMkLst>
          <pc:docMk/>
          <pc:sldMk cId="3457849992" sldId="486"/>
        </pc:sldMkLst>
        <pc:picChg chg="add mod">
          <ac:chgData name="Hans Edwin Maybituin" userId="S::hymaybituin@student.apc.edu.ph::f65a01c4-0c6c-43cb-833b-1b1d62557ea9" providerId="AD" clId="Web-{9BD5C107-E916-B11B-F994-44E756AF5DAC}" dt="2024-11-11T15:50:44.634" v="63"/>
          <ac:picMkLst>
            <pc:docMk/>
            <pc:sldMk cId="3457849992" sldId="486"/>
            <ac:picMk id="2" creationId="{F1F335A8-7894-0C97-CFF8-9CA7E627FE30}"/>
          </ac:picMkLst>
        </pc:picChg>
      </pc:sldChg>
    </pc:docChg>
  </pc:docChgLst>
  <pc:docChgLst>
    <pc:chgData name="DANIEL LOUIS BALUBAR" userId="S::dqbalubar@student.apc.edu.ph::1e2b4fb5-f037-45d6-93b4-0aedc945005f" providerId="AD" clId="Web-{9D320054-B152-A2A7-EC75-D309C9E310D7}"/>
    <pc:docChg chg="modSld">
      <pc:chgData name="DANIEL LOUIS BALUBAR" userId="S::dqbalubar@student.apc.edu.ph::1e2b4fb5-f037-45d6-93b4-0aedc945005f" providerId="AD" clId="Web-{9D320054-B152-A2A7-EC75-D309C9E310D7}" dt="2024-11-12T19:45:48.599" v="68" actId="1076"/>
      <pc:docMkLst>
        <pc:docMk/>
      </pc:docMkLst>
      <pc:sldChg chg="addSp delSp modSp">
        <pc:chgData name="DANIEL LOUIS BALUBAR" userId="S::dqbalubar@student.apc.edu.ph::1e2b4fb5-f037-45d6-93b4-0aedc945005f" providerId="AD" clId="Web-{9D320054-B152-A2A7-EC75-D309C9E310D7}" dt="2024-11-12T19:34:46.569" v="6" actId="1076"/>
        <pc:sldMkLst>
          <pc:docMk/>
          <pc:sldMk cId="2208589789" sldId="442"/>
        </pc:sldMkLst>
        <pc:picChg chg="add mod modCrop">
          <ac:chgData name="DANIEL LOUIS BALUBAR" userId="S::dqbalubar@student.apc.edu.ph::1e2b4fb5-f037-45d6-93b4-0aedc945005f" providerId="AD" clId="Web-{9D320054-B152-A2A7-EC75-D309C9E310D7}" dt="2024-11-12T19:34:46.569" v="6" actId="1076"/>
          <ac:picMkLst>
            <pc:docMk/>
            <pc:sldMk cId="2208589789" sldId="442"/>
            <ac:picMk id="2" creationId="{2761C592-5B3C-C4AC-1055-648B3E30DB7F}"/>
          </ac:picMkLst>
        </pc:picChg>
        <pc:picChg chg="del">
          <ac:chgData name="DANIEL LOUIS BALUBAR" userId="S::dqbalubar@student.apc.edu.ph::1e2b4fb5-f037-45d6-93b4-0aedc945005f" providerId="AD" clId="Web-{9D320054-B152-A2A7-EC75-D309C9E310D7}" dt="2024-11-12T19:34:25.694" v="0"/>
          <ac:picMkLst>
            <pc:docMk/>
            <pc:sldMk cId="2208589789" sldId="442"/>
            <ac:picMk id="3" creationId="{E6218F0D-1462-F601-1695-9456B4356F6A}"/>
          </ac:picMkLst>
        </pc:picChg>
      </pc:sldChg>
      <pc:sldChg chg="addSp delSp modSp">
        <pc:chgData name="DANIEL LOUIS BALUBAR" userId="S::dqbalubar@student.apc.edu.ph::1e2b4fb5-f037-45d6-93b4-0aedc945005f" providerId="AD" clId="Web-{9D320054-B152-A2A7-EC75-D309C9E310D7}" dt="2024-11-12T19:37:21.751" v="15"/>
        <pc:sldMkLst>
          <pc:docMk/>
          <pc:sldMk cId="292593745" sldId="458"/>
        </pc:sldMkLst>
        <pc:picChg chg="del">
          <ac:chgData name="DANIEL LOUIS BALUBAR" userId="S::dqbalubar@student.apc.edu.ph::1e2b4fb5-f037-45d6-93b4-0aedc945005f" providerId="AD" clId="Web-{9D320054-B152-A2A7-EC75-D309C9E310D7}" dt="2024-11-12T19:35:07.945" v="7"/>
          <ac:picMkLst>
            <pc:docMk/>
            <pc:sldMk cId="292593745" sldId="458"/>
            <ac:picMk id="2" creationId="{BD9D52B4-D414-194A-3EA7-EC6081A47BFC}"/>
          </ac:picMkLst>
        </pc:picChg>
        <pc:picChg chg="add mod modCrop">
          <ac:chgData name="DANIEL LOUIS BALUBAR" userId="S::dqbalubar@student.apc.edu.ph::1e2b4fb5-f037-45d6-93b4-0aedc945005f" providerId="AD" clId="Web-{9D320054-B152-A2A7-EC75-D309C9E310D7}" dt="2024-11-12T19:37:21.751" v="15"/>
          <ac:picMkLst>
            <pc:docMk/>
            <pc:sldMk cId="292593745" sldId="458"/>
            <ac:picMk id="3" creationId="{44DF8F12-C2C0-B6D8-A62E-6DE9522D1F5A}"/>
          </ac:picMkLst>
        </pc:picChg>
      </pc:sldChg>
      <pc:sldChg chg="addSp delSp modSp">
        <pc:chgData name="DANIEL LOUIS BALUBAR" userId="S::dqbalubar@student.apc.edu.ph::1e2b4fb5-f037-45d6-93b4-0aedc945005f" providerId="AD" clId="Web-{9D320054-B152-A2A7-EC75-D309C9E310D7}" dt="2024-11-12T19:38:28.003" v="19" actId="1076"/>
        <pc:sldMkLst>
          <pc:docMk/>
          <pc:sldMk cId="1715150972" sldId="459"/>
        </pc:sldMkLst>
        <pc:picChg chg="del">
          <ac:chgData name="DANIEL LOUIS BALUBAR" userId="S::dqbalubar@student.apc.edu.ph::1e2b4fb5-f037-45d6-93b4-0aedc945005f" providerId="AD" clId="Web-{9D320054-B152-A2A7-EC75-D309C9E310D7}" dt="2024-11-12T19:38:23.534" v="16"/>
          <ac:picMkLst>
            <pc:docMk/>
            <pc:sldMk cId="1715150972" sldId="459"/>
            <ac:picMk id="2" creationId="{92E99BE2-F0D6-E79B-E520-A567B65457DF}"/>
          </ac:picMkLst>
        </pc:picChg>
        <pc:picChg chg="add mod">
          <ac:chgData name="DANIEL LOUIS BALUBAR" userId="S::dqbalubar@student.apc.edu.ph::1e2b4fb5-f037-45d6-93b4-0aedc945005f" providerId="AD" clId="Web-{9D320054-B152-A2A7-EC75-D309C9E310D7}" dt="2024-11-12T19:38:28.003" v="19" actId="1076"/>
          <ac:picMkLst>
            <pc:docMk/>
            <pc:sldMk cId="1715150972" sldId="459"/>
            <ac:picMk id="3" creationId="{076EFCFD-4DA3-A8F1-BDCA-2F2DDD07BC5A}"/>
          </ac:picMkLst>
        </pc:picChg>
      </pc:sldChg>
      <pc:sldChg chg="addSp delSp modSp">
        <pc:chgData name="DANIEL LOUIS BALUBAR" userId="S::dqbalubar@student.apc.edu.ph::1e2b4fb5-f037-45d6-93b4-0aedc945005f" providerId="AD" clId="Web-{9D320054-B152-A2A7-EC75-D309C9E310D7}" dt="2024-11-12T19:40:59.602" v="25" actId="1076"/>
        <pc:sldMkLst>
          <pc:docMk/>
          <pc:sldMk cId="2098410437" sldId="460"/>
        </pc:sldMkLst>
        <pc:picChg chg="add del">
          <ac:chgData name="DANIEL LOUIS BALUBAR" userId="S::dqbalubar@student.apc.edu.ph::1e2b4fb5-f037-45d6-93b4-0aedc945005f" providerId="AD" clId="Web-{9D320054-B152-A2A7-EC75-D309C9E310D7}" dt="2024-11-12T19:40:54.461" v="22"/>
          <ac:picMkLst>
            <pc:docMk/>
            <pc:sldMk cId="2098410437" sldId="460"/>
            <ac:picMk id="2" creationId="{2BD6EFC0-0945-4A12-1772-DC7115AF1878}"/>
          </ac:picMkLst>
        </pc:picChg>
        <pc:picChg chg="add mod">
          <ac:chgData name="DANIEL LOUIS BALUBAR" userId="S::dqbalubar@student.apc.edu.ph::1e2b4fb5-f037-45d6-93b4-0aedc945005f" providerId="AD" clId="Web-{9D320054-B152-A2A7-EC75-D309C9E310D7}" dt="2024-11-12T19:40:59.602" v="25" actId="1076"/>
          <ac:picMkLst>
            <pc:docMk/>
            <pc:sldMk cId="2098410437" sldId="460"/>
            <ac:picMk id="3" creationId="{039ABB5E-D0A1-1386-2A34-E5215CED086F}"/>
          </ac:picMkLst>
        </pc:picChg>
      </pc:sldChg>
      <pc:sldChg chg="addSp delSp modSp">
        <pc:chgData name="DANIEL LOUIS BALUBAR" userId="S::dqbalubar@student.apc.edu.ph::1e2b4fb5-f037-45d6-93b4-0aedc945005f" providerId="AD" clId="Web-{9D320054-B152-A2A7-EC75-D309C9E310D7}" dt="2024-11-12T19:41:14.165" v="28" actId="1076"/>
        <pc:sldMkLst>
          <pc:docMk/>
          <pc:sldMk cId="3814252443" sldId="461"/>
        </pc:sldMkLst>
        <pc:picChg chg="add mod">
          <ac:chgData name="DANIEL LOUIS BALUBAR" userId="S::dqbalubar@student.apc.edu.ph::1e2b4fb5-f037-45d6-93b4-0aedc945005f" providerId="AD" clId="Web-{9D320054-B152-A2A7-EC75-D309C9E310D7}" dt="2024-11-12T19:41:14.165" v="28" actId="1076"/>
          <ac:picMkLst>
            <pc:docMk/>
            <pc:sldMk cId="3814252443" sldId="461"/>
            <ac:picMk id="2" creationId="{596285D8-0766-9C81-7274-1FF1459EE750}"/>
          </ac:picMkLst>
        </pc:picChg>
        <pc:picChg chg="del">
          <ac:chgData name="DANIEL LOUIS BALUBAR" userId="S::dqbalubar@student.apc.edu.ph::1e2b4fb5-f037-45d6-93b4-0aedc945005f" providerId="AD" clId="Web-{9D320054-B152-A2A7-EC75-D309C9E310D7}" dt="2024-11-12T19:41:11.587" v="26"/>
          <ac:picMkLst>
            <pc:docMk/>
            <pc:sldMk cId="3814252443" sldId="461"/>
            <ac:picMk id="4" creationId="{258F3AC7-8C85-AC23-DD87-68D58976D751}"/>
          </ac:picMkLst>
        </pc:picChg>
      </pc:sldChg>
      <pc:sldChg chg="addSp delSp modSp">
        <pc:chgData name="DANIEL LOUIS BALUBAR" userId="S::dqbalubar@student.apc.edu.ph::1e2b4fb5-f037-45d6-93b4-0aedc945005f" providerId="AD" clId="Web-{9D320054-B152-A2A7-EC75-D309C9E310D7}" dt="2024-11-12T19:41:56.979" v="33" actId="1076"/>
        <pc:sldMkLst>
          <pc:docMk/>
          <pc:sldMk cId="2563241599" sldId="462"/>
        </pc:sldMkLst>
        <pc:picChg chg="del">
          <ac:chgData name="DANIEL LOUIS BALUBAR" userId="S::dqbalubar@student.apc.edu.ph::1e2b4fb5-f037-45d6-93b4-0aedc945005f" providerId="AD" clId="Web-{9D320054-B152-A2A7-EC75-D309C9E310D7}" dt="2024-11-12T19:41:37.822" v="29"/>
          <ac:picMkLst>
            <pc:docMk/>
            <pc:sldMk cId="2563241599" sldId="462"/>
            <ac:picMk id="2" creationId="{BAEE3AF0-F3FE-E1D3-5D14-AF68B55BBAC4}"/>
          </ac:picMkLst>
        </pc:picChg>
        <pc:picChg chg="add mod">
          <ac:chgData name="DANIEL LOUIS BALUBAR" userId="S::dqbalubar@student.apc.edu.ph::1e2b4fb5-f037-45d6-93b4-0aedc945005f" providerId="AD" clId="Web-{9D320054-B152-A2A7-EC75-D309C9E310D7}" dt="2024-11-12T19:41:56.979" v="33" actId="1076"/>
          <ac:picMkLst>
            <pc:docMk/>
            <pc:sldMk cId="2563241599" sldId="462"/>
            <ac:picMk id="3" creationId="{8BE1EF43-D472-C53F-83BC-D21D1D5841BC}"/>
          </ac:picMkLst>
        </pc:picChg>
      </pc:sldChg>
      <pc:sldChg chg="addSp delSp modSp">
        <pc:chgData name="DANIEL LOUIS BALUBAR" userId="S::dqbalubar@student.apc.edu.ph::1e2b4fb5-f037-45d6-93b4-0aedc945005f" providerId="AD" clId="Web-{9D320054-B152-A2A7-EC75-D309C9E310D7}" dt="2024-11-12T19:42:26.152" v="37" actId="14100"/>
        <pc:sldMkLst>
          <pc:docMk/>
          <pc:sldMk cId="639629662" sldId="463"/>
        </pc:sldMkLst>
        <pc:picChg chg="add mod">
          <ac:chgData name="DANIEL LOUIS BALUBAR" userId="S::dqbalubar@student.apc.edu.ph::1e2b4fb5-f037-45d6-93b4-0aedc945005f" providerId="AD" clId="Web-{9D320054-B152-A2A7-EC75-D309C9E310D7}" dt="2024-11-12T19:42:26.152" v="37" actId="14100"/>
          <ac:picMkLst>
            <pc:docMk/>
            <pc:sldMk cId="639629662" sldId="463"/>
            <ac:picMk id="2" creationId="{C2A897B9-F3EE-E785-46E4-376B86E42713}"/>
          </ac:picMkLst>
        </pc:picChg>
        <pc:picChg chg="del">
          <ac:chgData name="DANIEL LOUIS BALUBAR" userId="S::dqbalubar@student.apc.edu.ph::1e2b4fb5-f037-45d6-93b4-0aedc945005f" providerId="AD" clId="Web-{9D320054-B152-A2A7-EC75-D309C9E310D7}" dt="2024-11-12T19:42:19.401" v="34"/>
          <ac:picMkLst>
            <pc:docMk/>
            <pc:sldMk cId="639629662" sldId="463"/>
            <ac:picMk id="4" creationId="{6923370F-893D-2415-69AF-98B1AFE59FE1}"/>
          </ac:picMkLst>
        </pc:picChg>
      </pc:sldChg>
      <pc:sldChg chg="addSp delSp modSp">
        <pc:chgData name="DANIEL LOUIS BALUBAR" userId="S::dqbalubar@student.apc.edu.ph::1e2b4fb5-f037-45d6-93b4-0aedc945005f" providerId="AD" clId="Web-{9D320054-B152-A2A7-EC75-D309C9E310D7}" dt="2024-11-12T19:42:44.527" v="42" actId="1076"/>
        <pc:sldMkLst>
          <pc:docMk/>
          <pc:sldMk cId="1950850161" sldId="464"/>
        </pc:sldMkLst>
        <pc:picChg chg="del">
          <ac:chgData name="DANIEL LOUIS BALUBAR" userId="S::dqbalubar@student.apc.edu.ph::1e2b4fb5-f037-45d6-93b4-0aedc945005f" providerId="AD" clId="Web-{9D320054-B152-A2A7-EC75-D309C9E310D7}" dt="2024-11-12T19:42:40.090" v="38"/>
          <ac:picMkLst>
            <pc:docMk/>
            <pc:sldMk cId="1950850161" sldId="464"/>
            <ac:picMk id="2" creationId="{A15E464B-71A7-4990-A6B6-034E2570C95B}"/>
          </ac:picMkLst>
        </pc:picChg>
        <pc:picChg chg="add mod">
          <ac:chgData name="DANIEL LOUIS BALUBAR" userId="S::dqbalubar@student.apc.edu.ph::1e2b4fb5-f037-45d6-93b4-0aedc945005f" providerId="AD" clId="Web-{9D320054-B152-A2A7-EC75-D309C9E310D7}" dt="2024-11-12T19:42:44.527" v="42" actId="1076"/>
          <ac:picMkLst>
            <pc:docMk/>
            <pc:sldMk cId="1950850161" sldId="464"/>
            <ac:picMk id="3" creationId="{D2E090BA-CADE-2BD8-0AE9-02D31D06465E}"/>
          </ac:picMkLst>
        </pc:picChg>
      </pc:sldChg>
      <pc:sldChg chg="addSp delSp modSp">
        <pc:chgData name="DANIEL LOUIS BALUBAR" userId="S::dqbalubar@student.apc.edu.ph::1e2b4fb5-f037-45d6-93b4-0aedc945005f" providerId="AD" clId="Web-{9D320054-B152-A2A7-EC75-D309C9E310D7}" dt="2024-11-12T19:43:09.809" v="50" actId="1076"/>
        <pc:sldMkLst>
          <pc:docMk/>
          <pc:sldMk cId="2677154376" sldId="483"/>
        </pc:sldMkLst>
        <pc:picChg chg="add del">
          <ac:chgData name="DANIEL LOUIS BALUBAR" userId="S::dqbalubar@student.apc.edu.ph::1e2b4fb5-f037-45d6-93b4-0aedc945005f" providerId="AD" clId="Web-{9D320054-B152-A2A7-EC75-D309C9E310D7}" dt="2024-11-12T19:43:05.981" v="47"/>
          <ac:picMkLst>
            <pc:docMk/>
            <pc:sldMk cId="2677154376" sldId="483"/>
            <ac:picMk id="2" creationId="{3164AF7D-EA37-68E5-7D7E-3025A7BCF477}"/>
          </ac:picMkLst>
        </pc:picChg>
        <pc:picChg chg="add del mod">
          <ac:chgData name="DANIEL LOUIS BALUBAR" userId="S::dqbalubar@student.apc.edu.ph::1e2b4fb5-f037-45d6-93b4-0aedc945005f" providerId="AD" clId="Web-{9D320054-B152-A2A7-EC75-D309C9E310D7}" dt="2024-11-12T19:42:58.653" v="45"/>
          <ac:picMkLst>
            <pc:docMk/>
            <pc:sldMk cId="2677154376" sldId="483"/>
            <ac:picMk id="3" creationId="{368955A3-7421-49DF-C335-84024A2A5419}"/>
          </ac:picMkLst>
        </pc:picChg>
        <pc:picChg chg="add mod">
          <ac:chgData name="DANIEL LOUIS BALUBAR" userId="S::dqbalubar@student.apc.edu.ph::1e2b4fb5-f037-45d6-93b4-0aedc945005f" providerId="AD" clId="Web-{9D320054-B152-A2A7-EC75-D309C9E310D7}" dt="2024-11-12T19:43:09.809" v="50" actId="1076"/>
          <ac:picMkLst>
            <pc:docMk/>
            <pc:sldMk cId="2677154376" sldId="483"/>
            <ac:picMk id="4" creationId="{944F0447-0A1E-B78D-157D-156F14BF261E}"/>
          </ac:picMkLst>
        </pc:picChg>
      </pc:sldChg>
      <pc:sldChg chg="addSp delSp modSp">
        <pc:chgData name="DANIEL LOUIS BALUBAR" userId="S::dqbalubar@student.apc.edu.ph::1e2b4fb5-f037-45d6-93b4-0aedc945005f" providerId="AD" clId="Web-{9D320054-B152-A2A7-EC75-D309C9E310D7}" dt="2024-11-12T19:44:42.891" v="54" actId="1076"/>
        <pc:sldMkLst>
          <pc:docMk/>
          <pc:sldMk cId="2835026556" sldId="484"/>
        </pc:sldMkLst>
        <pc:picChg chg="del">
          <ac:chgData name="DANIEL LOUIS BALUBAR" userId="S::dqbalubar@student.apc.edu.ph::1e2b4fb5-f037-45d6-93b4-0aedc945005f" providerId="AD" clId="Web-{9D320054-B152-A2A7-EC75-D309C9E310D7}" dt="2024-11-12T19:44:36.109" v="51"/>
          <ac:picMkLst>
            <pc:docMk/>
            <pc:sldMk cId="2835026556" sldId="484"/>
            <ac:picMk id="2" creationId="{FA403208-2116-B0B9-5599-C066C2C40E91}"/>
          </ac:picMkLst>
        </pc:picChg>
        <pc:picChg chg="add mod">
          <ac:chgData name="DANIEL LOUIS BALUBAR" userId="S::dqbalubar@student.apc.edu.ph::1e2b4fb5-f037-45d6-93b4-0aedc945005f" providerId="AD" clId="Web-{9D320054-B152-A2A7-EC75-D309C9E310D7}" dt="2024-11-12T19:44:42.891" v="54" actId="1076"/>
          <ac:picMkLst>
            <pc:docMk/>
            <pc:sldMk cId="2835026556" sldId="484"/>
            <ac:picMk id="3" creationId="{80ABFA99-8527-92AA-6A02-C204D50CA749}"/>
          </ac:picMkLst>
        </pc:picChg>
      </pc:sldChg>
      <pc:sldChg chg="addSp delSp modSp">
        <pc:chgData name="DANIEL LOUIS BALUBAR" userId="S::dqbalubar@student.apc.edu.ph::1e2b4fb5-f037-45d6-93b4-0aedc945005f" providerId="AD" clId="Web-{9D320054-B152-A2A7-EC75-D309C9E310D7}" dt="2024-11-12T19:45:24.251" v="64" actId="1076"/>
        <pc:sldMkLst>
          <pc:docMk/>
          <pc:sldMk cId="1680450133" sldId="485"/>
        </pc:sldMkLst>
        <pc:picChg chg="add del">
          <ac:chgData name="DANIEL LOUIS BALUBAR" userId="S::dqbalubar@student.apc.edu.ph::1e2b4fb5-f037-45d6-93b4-0aedc945005f" providerId="AD" clId="Web-{9D320054-B152-A2A7-EC75-D309C9E310D7}" dt="2024-11-12T19:45:07.735" v="59"/>
          <ac:picMkLst>
            <pc:docMk/>
            <pc:sldMk cId="1680450133" sldId="485"/>
            <ac:picMk id="2" creationId="{C9826313-5A90-54D1-E0FD-5010D192A0E5}"/>
          </ac:picMkLst>
        </pc:picChg>
        <pc:picChg chg="add del mod">
          <ac:chgData name="DANIEL LOUIS BALUBAR" userId="S::dqbalubar@student.apc.edu.ph::1e2b4fb5-f037-45d6-93b4-0aedc945005f" providerId="AD" clId="Web-{9D320054-B152-A2A7-EC75-D309C9E310D7}" dt="2024-11-12T19:45:04.251" v="57"/>
          <ac:picMkLst>
            <pc:docMk/>
            <pc:sldMk cId="1680450133" sldId="485"/>
            <ac:picMk id="3" creationId="{2F41FCEA-68E9-FF1A-67D5-88C380950026}"/>
          </ac:picMkLst>
        </pc:picChg>
        <pc:picChg chg="add del mod">
          <ac:chgData name="DANIEL LOUIS BALUBAR" userId="S::dqbalubar@student.apc.edu.ph::1e2b4fb5-f037-45d6-93b4-0aedc945005f" providerId="AD" clId="Web-{9D320054-B152-A2A7-EC75-D309C9E310D7}" dt="2024-11-12T19:45:10.595" v="61"/>
          <ac:picMkLst>
            <pc:docMk/>
            <pc:sldMk cId="1680450133" sldId="485"/>
            <ac:picMk id="4" creationId="{BEEFE341-306B-63D0-400A-73B5435D04F6}"/>
          </ac:picMkLst>
        </pc:picChg>
        <pc:picChg chg="add mod">
          <ac:chgData name="DANIEL LOUIS BALUBAR" userId="S::dqbalubar@student.apc.edu.ph::1e2b4fb5-f037-45d6-93b4-0aedc945005f" providerId="AD" clId="Web-{9D320054-B152-A2A7-EC75-D309C9E310D7}" dt="2024-11-12T19:45:24.251" v="64" actId="1076"/>
          <ac:picMkLst>
            <pc:docMk/>
            <pc:sldMk cId="1680450133" sldId="485"/>
            <ac:picMk id="5" creationId="{D6C29FB6-A46D-A25B-1520-17E5FCF25CB3}"/>
          </ac:picMkLst>
        </pc:picChg>
      </pc:sldChg>
      <pc:sldChg chg="addSp delSp modSp">
        <pc:chgData name="DANIEL LOUIS BALUBAR" userId="S::dqbalubar@student.apc.edu.ph::1e2b4fb5-f037-45d6-93b4-0aedc945005f" providerId="AD" clId="Web-{9D320054-B152-A2A7-EC75-D309C9E310D7}" dt="2024-11-12T19:45:48.599" v="68" actId="1076"/>
        <pc:sldMkLst>
          <pc:docMk/>
          <pc:sldMk cId="3457849992" sldId="486"/>
        </pc:sldMkLst>
        <pc:picChg chg="del">
          <ac:chgData name="DANIEL LOUIS BALUBAR" userId="S::dqbalubar@student.apc.edu.ph::1e2b4fb5-f037-45d6-93b4-0aedc945005f" providerId="AD" clId="Web-{9D320054-B152-A2A7-EC75-D309C9E310D7}" dt="2024-11-12T19:45:45.146" v="65"/>
          <ac:picMkLst>
            <pc:docMk/>
            <pc:sldMk cId="3457849992" sldId="486"/>
            <ac:picMk id="2" creationId="{F1F335A8-7894-0C97-CFF8-9CA7E627FE30}"/>
          </ac:picMkLst>
        </pc:picChg>
        <pc:picChg chg="add mod">
          <ac:chgData name="DANIEL LOUIS BALUBAR" userId="S::dqbalubar@student.apc.edu.ph::1e2b4fb5-f037-45d6-93b4-0aedc945005f" providerId="AD" clId="Web-{9D320054-B152-A2A7-EC75-D309C9E310D7}" dt="2024-11-12T19:45:48.599" v="68" actId="1076"/>
          <ac:picMkLst>
            <pc:docMk/>
            <pc:sldMk cId="3457849992" sldId="486"/>
            <ac:picMk id="3" creationId="{67A48667-3D73-20D9-CAE4-14416C0547AF}"/>
          </ac:picMkLst>
        </pc:picChg>
      </pc:sldChg>
    </pc:docChg>
  </pc:docChgLst>
  <pc:docChgLst>
    <pc:chgData name="DANIEL LOUIS BALUBAR" userId="S::dqbalubar@student.apc.edu.ph::1e2b4fb5-f037-45d6-93b4-0aedc945005f" providerId="AD" clId="Web-{DF2A18D5-0A5E-D4B5-4F87-83AA7F3042E3}"/>
    <pc:docChg chg="addSld delSld modSld sldOrd modSection">
      <pc:chgData name="DANIEL LOUIS BALUBAR" userId="S::dqbalubar@student.apc.edu.ph::1e2b4fb5-f037-45d6-93b4-0aedc945005f" providerId="AD" clId="Web-{DF2A18D5-0A5E-D4B5-4F87-83AA7F3042E3}" dt="2024-11-11T15:13:01.145" v="126" actId="1076"/>
      <pc:docMkLst>
        <pc:docMk/>
      </pc:docMkLst>
      <pc:sldChg chg="del">
        <pc:chgData name="DANIEL LOUIS BALUBAR" userId="S::dqbalubar@student.apc.edu.ph::1e2b4fb5-f037-45d6-93b4-0aedc945005f" providerId="AD" clId="Web-{DF2A18D5-0A5E-D4B5-4F87-83AA7F3042E3}" dt="2024-11-11T15:12:14.816" v="119"/>
        <pc:sldMkLst>
          <pc:docMk/>
          <pc:sldMk cId="2009107726" sldId="439"/>
        </pc:sldMkLst>
      </pc:sldChg>
      <pc:sldChg chg="addSp delSp modSp">
        <pc:chgData name="DANIEL LOUIS BALUBAR" userId="S::dqbalubar@student.apc.edu.ph::1e2b4fb5-f037-45d6-93b4-0aedc945005f" providerId="AD" clId="Web-{DF2A18D5-0A5E-D4B5-4F87-83AA7F3042E3}" dt="2024-11-11T15:13:01.145" v="126" actId="1076"/>
        <pc:sldMkLst>
          <pc:docMk/>
          <pc:sldMk cId="355858350" sldId="466"/>
        </pc:sldMkLst>
        <pc:picChg chg="del">
          <ac:chgData name="DANIEL LOUIS BALUBAR" userId="S::dqbalubar@student.apc.edu.ph::1e2b4fb5-f037-45d6-93b4-0aedc945005f" providerId="AD" clId="Web-{DF2A18D5-0A5E-D4B5-4F87-83AA7F3042E3}" dt="2024-11-11T15:12:50.770" v="120"/>
          <ac:picMkLst>
            <pc:docMk/>
            <pc:sldMk cId="355858350" sldId="466"/>
            <ac:picMk id="2" creationId="{00000000-0000-0000-0000-000000000000}"/>
          </ac:picMkLst>
        </pc:picChg>
        <pc:picChg chg="add mod">
          <ac:chgData name="DANIEL LOUIS BALUBAR" userId="S::dqbalubar@student.apc.edu.ph::1e2b4fb5-f037-45d6-93b4-0aedc945005f" providerId="AD" clId="Web-{DF2A18D5-0A5E-D4B5-4F87-83AA7F3042E3}" dt="2024-11-11T15:13:01.145" v="126" actId="1076"/>
          <ac:picMkLst>
            <pc:docMk/>
            <pc:sldMk cId="355858350" sldId="466"/>
            <ac:picMk id="3" creationId="{39AD2DB8-2E35-66D4-F558-78B6101AA497}"/>
          </ac:picMkLst>
        </pc:picChg>
      </pc:sldChg>
      <pc:sldChg chg="del">
        <pc:chgData name="DANIEL LOUIS BALUBAR" userId="S::dqbalubar@student.apc.edu.ph::1e2b4fb5-f037-45d6-93b4-0aedc945005f" providerId="AD" clId="Web-{DF2A18D5-0A5E-D4B5-4F87-83AA7F3042E3}" dt="2024-11-11T15:12:11.691" v="118"/>
        <pc:sldMkLst>
          <pc:docMk/>
          <pc:sldMk cId="4269283539" sldId="468"/>
        </pc:sldMkLst>
      </pc:sldChg>
      <pc:sldChg chg="modSp">
        <pc:chgData name="DANIEL LOUIS BALUBAR" userId="S::dqbalubar@student.apc.edu.ph::1e2b4fb5-f037-45d6-93b4-0aedc945005f" providerId="AD" clId="Web-{DF2A18D5-0A5E-D4B5-4F87-83AA7F3042E3}" dt="2024-11-11T14:55:00.445" v="17" actId="1076"/>
        <pc:sldMkLst>
          <pc:docMk/>
          <pc:sldMk cId="647476836" sldId="469"/>
        </pc:sldMkLst>
        <pc:spChg chg="mod">
          <ac:chgData name="DANIEL LOUIS BALUBAR" userId="S::dqbalubar@student.apc.edu.ph::1e2b4fb5-f037-45d6-93b4-0aedc945005f" providerId="AD" clId="Web-{DF2A18D5-0A5E-D4B5-4F87-83AA7F3042E3}" dt="2024-11-11T14:55:00.445" v="17" actId="1076"/>
          <ac:spMkLst>
            <pc:docMk/>
            <pc:sldMk cId="647476836" sldId="469"/>
            <ac:spMk id="21" creationId="{A62DB8C7-C893-94A5-8F32-BE4E3787028B}"/>
          </ac:spMkLst>
        </pc:spChg>
      </pc:sldChg>
      <pc:sldChg chg="addSp modSp">
        <pc:chgData name="DANIEL LOUIS BALUBAR" userId="S::dqbalubar@student.apc.edu.ph::1e2b4fb5-f037-45d6-93b4-0aedc945005f" providerId="AD" clId="Web-{DF2A18D5-0A5E-D4B5-4F87-83AA7F3042E3}" dt="2024-11-11T14:58:42.885" v="58" actId="1076"/>
        <pc:sldMkLst>
          <pc:docMk/>
          <pc:sldMk cId="892080213" sldId="470"/>
        </pc:sldMkLst>
        <pc:spChg chg="add mod">
          <ac:chgData name="DANIEL LOUIS BALUBAR" userId="S::dqbalubar@student.apc.edu.ph::1e2b4fb5-f037-45d6-93b4-0aedc945005f" providerId="AD" clId="Web-{DF2A18D5-0A5E-D4B5-4F87-83AA7F3042E3}" dt="2024-11-11T14:58:40.854" v="57" actId="20577"/>
          <ac:spMkLst>
            <pc:docMk/>
            <pc:sldMk cId="892080213" sldId="470"/>
            <ac:spMk id="2" creationId="{48DAC188-C84C-5C5A-B9C2-F57A447B1394}"/>
          </ac:spMkLst>
        </pc:spChg>
        <pc:spChg chg="mod">
          <ac:chgData name="DANIEL LOUIS BALUBAR" userId="S::dqbalubar@student.apc.edu.ph::1e2b4fb5-f037-45d6-93b4-0aedc945005f" providerId="AD" clId="Web-{DF2A18D5-0A5E-D4B5-4F87-83AA7F3042E3}" dt="2024-11-11T14:54:34.663" v="9" actId="20577"/>
          <ac:spMkLst>
            <pc:docMk/>
            <pc:sldMk cId="892080213" sldId="470"/>
            <ac:spMk id="21" creationId="{4B2D0B69-9ED9-8D44-E89B-A278680120BF}"/>
          </ac:spMkLst>
        </pc:spChg>
        <pc:picChg chg="mod">
          <ac:chgData name="DANIEL LOUIS BALUBAR" userId="S::dqbalubar@student.apc.edu.ph::1e2b4fb5-f037-45d6-93b4-0aedc945005f" providerId="AD" clId="Web-{DF2A18D5-0A5E-D4B5-4F87-83AA7F3042E3}" dt="2024-11-11T14:58:42.885" v="58" actId="1076"/>
          <ac:picMkLst>
            <pc:docMk/>
            <pc:sldMk cId="892080213" sldId="470"/>
            <ac:picMk id="4" creationId="{66CEF1BF-0206-6074-18D8-8220A81099BC}"/>
          </ac:picMkLst>
        </pc:picChg>
      </pc:sldChg>
      <pc:sldChg chg="add del">
        <pc:chgData name="DANIEL LOUIS BALUBAR" userId="S::dqbalubar@student.apc.edu.ph::1e2b4fb5-f037-45d6-93b4-0aedc945005f" providerId="AD" clId="Web-{DF2A18D5-0A5E-D4B5-4F87-83AA7F3042E3}" dt="2024-11-11T15:02:47.075" v="79"/>
        <pc:sldMkLst>
          <pc:docMk/>
          <pc:sldMk cId="975253694" sldId="471"/>
        </pc:sldMkLst>
      </pc:sldChg>
      <pc:sldChg chg="addSp delSp modSp">
        <pc:chgData name="DANIEL LOUIS BALUBAR" userId="S::dqbalubar@student.apc.edu.ph::1e2b4fb5-f037-45d6-93b4-0aedc945005f" providerId="AD" clId="Web-{DF2A18D5-0A5E-D4B5-4F87-83AA7F3042E3}" dt="2024-11-11T15:05:42.499" v="99" actId="1076"/>
        <pc:sldMkLst>
          <pc:docMk/>
          <pc:sldMk cId="945227896" sldId="472"/>
        </pc:sldMkLst>
        <pc:picChg chg="add mod">
          <ac:chgData name="DANIEL LOUIS BALUBAR" userId="S::dqbalubar@student.apc.edu.ph::1e2b4fb5-f037-45d6-93b4-0aedc945005f" providerId="AD" clId="Web-{DF2A18D5-0A5E-D4B5-4F87-83AA7F3042E3}" dt="2024-11-11T15:05:42.499" v="99" actId="1076"/>
          <ac:picMkLst>
            <pc:docMk/>
            <pc:sldMk cId="945227896" sldId="472"/>
            <ac:picMk id="2" creationId="{0612197F-6445-0C9F-1ED4-9C378C2AD646}"/>
          </ac:picMkLst>
        </pc:picChg>
        <pc:picChg chg="add del">
          <ac:chgData name="DANIEL LOUIS BALUBAR" userId="S::dqbalubar@student.apc.edu.ph::1e2b4fb5-f037-45d6-93b4-0aedc945005f" providerId="AD" clId="Web-{DF2A18D5-0A5E-D4B5-4F87-83AA7F3042E3}" dt="2024-11-11T15:05:35.812" v="95"/>
          <ac:picMkLst>
            <pc:docMk/>
            <pc:sldMk cId="945227896" sldId="472"/>
            <ac:picMk id="4" creationId="{1C19A4D5-8066-6343-1A4F-234567171369}"/>
          </ac:picMkLst>
        </pc:picChg>
      </pc:sldChg>
      <pc:sldChg chg="addSp delSp modSp">
        <pc:chgData name="DANIEL LOUIS BALUBAR" userId="S::dqbalubar@student.apc.edu.ph::1e2b4fb5-f037-45d6-93b4-0aedc945005f" providerId="AD" clId="Web-{DF2A18D5-0A5E-D4B5-4F87-83AA7F3042E3}" dt="2024-11-11T15:06:38.094" v="107" actId="14100"/>
        <pc:sldMkLst>
          <pc:docMk/>
          <pc:sldMk cId="2958638001" sldId="473"/>
        </pc:sldMkLst>
        <pc:picChg chg="add mod">
          <ac:chgData name="DANIEL LOUIS BALUBAR" userId="S::dqbalubar@student.apc.edu.ph::1e2b4fb5-f037-45d6-93b4-0aedc945005f" providerId="AD" clId="Web-{DF2A18D5-0A5E-D4B5-4F87-83AA7F3042E3}" dt="2024-11-11T15:06:38.094" v="107" actId="14100"/>
          <ac:picMkLst>
            <pc:docMk/>
            <pc:sldMk cId="2958638001" sldId="473"/>
            <ac:picMk id="3" creationId="{535989C8-2FF7-6F9A-3B6C-22E45E486A90}"/>
          </ac:picMkLst>
        </pc:picChg>
        <pc:picChg chg="del">
          <ac:chgData name="DANIEL LOUIS BALUBAR" userId="S::dqbalubar@student.apc.edu.ph::1e2b4fb5-f037-45d6-93b4-0aedc945005f" providerId="AD" clId="Web-{DF2A18D5-0A5E-D4B5-4F87-83AA7F3042E3}" dt="2024-11-11T15:06:00.781" v="100"/>
          <ac:picMkLst>
            <pc:docMk/>
            <pc:sldMk cId="2958638001" sldId="473"/>
            <ac:picMk id="4" creationId="{22ED1FDF-0D9A-2956-7606-3E0759274FC0}"/>
          </ac:picMkLst>
        </pc:picChg>
      </pc:sldChg>
      <pc:sldChg chg="addSp delSp modSp ord">
        <pc:chgData name="DANIEL LOUIS BALUBAR" userId="S::dqbalubar@student.apc.edu.ph::1e2b4fb5-f037-45d6-93b4-0aedc945005f" providerId="AD" clId="Web-{DF2A18D5-0A5E-D4B5-4F87-83AA7F3042E3}" dt="2024-11-11T15:10:28.268" v="113" actId="1076"/>
        <pc:sldMkLst>
          <pc:docMk/>
          <pc:sldMk cId="3983770937" sldId="475"/>
        </pc:sldMkLst>
        <pc:picChg chg="add mod">
          <ac:chgData name="DANIEL LOUIS BALUBAR" userId="S::dqbalubar@student.apc.edu.ph::1e2b4fb5-f037-45d6-93b4-0aedc945005f" providerId="AD" clId="Web-{DF2A18D5-0A5E-D4B5-4F87-83AA7F3042E3}" dt="2024-11-11T15:10:28.268" v="113" actId="1076"/>
          <ac:picMkLst>
            <pc:docMk/>
            <pc:sldMk cId="3983770937" sldId="475"/>
            <ac:picMk id="2" creationId="{4D1A8317-B775-8057-D26A-1BC9476356E0}"/>
          </ac:picMkLst>
        </pc:picChg>
        <pc:picChg chg="del">
          <ac:chgData name="DANIEL LOUIS BALUBAR" userId="S::dqbalubar@student.apc.edu.ph::1e2b4fb5-f037-45d6-93b4-0aedc945005f" providerId="AD" clId="Web-{DF2A18D5-0A5E-D4B5-4F87-83AA7F3042E3}" dt="2024-11-11T15:10:09.987" v="111"/>
          <ac:picMkLst>
            <pc:docMk/>
            <pc:sldMk cId="3983770937" sldId="475"/>
            <ac:picMk id="4" creationId="{C576667B-A2AE-34CC-06B3-EBE62DA1B763}"/>
          </ac:picMkLst>
        </pc:picChg>
      </pc:sldChg>
      <pc:sldChg chg="addSp delSp modSp add replId">
        <pc:chgData name="DANIEL LOUIS BALUBAR" userId="S::dqbalubar@student.apc.edu.ph::1e2b4fb5-f037-45d6-93b4-0aedc945005f" providerId="AD" clId="Web-{DF2A18D5-0A5E-D4B5-4F87-83AA7F3042E3}" dt="2024-11-11T15:02:05.731" v="77" actId="14100"/>
        <pc:sldMkLst>
          <pc:docMk/>
          <pc:sldMk cId="1481200954" sldId="480"/>
        </pc:sldMkLst>
        <pc:spChg chg="add del mod">
          <ac:chgData name="DANIEL LOUIS BALUBAR" userId="S::dqbalubar@student.apc.edu.ph::1e2b4fb5-f037-45d6-93b4-0aedc945005f" providerId="AD" clId="Web-{DF2A18D5-0A5E-D4B5-4F87-83AA7F3042E3}" dt="2024-11-11T14:55:29.914" v="34"/>
          <ac:spMkLst>
            <pc:docMk/>
            <pc:sldMk cId="1481200954" sldId="480"/>
            <ac:spMk id="2" creationId="{819A7ADA-0384-7559-5541-31C5051C7030}"/>
          </ac:spMkLst>
        </pc:spChg>
        <pc:spChg chg="mod">
          <ac:chgData name="DANIEL LOUIS BALUBAR" userId="S::dqbalubar@student.apc.edu.ph::1e2b4fb5-f037-45d6-93b4-0aedc945005f" providerId="AD" clId="Web-{DF2A18D5-0A5E-D4B5-4F87-83AA7F3042E3}" dt="2024-11-11T15:02:02.997" v="76" actId="20577"/>
          <ac:spMkLst>
            <pc:docMk/>
            <pc:sldMk cId="1481200954" sldId="480"/>
            <ac:spMk id="21" creationId="{4B2D0B69-9ED9-8D44-E89B-A278680120BF}"/>
          </ac:spMkLst>
        </pc:spChg>
        <pc:picChg chg="add del mod modCrop">
          <ac:chgData name="DANIEL LOUIS BALUBAR" userId="S::dqbalubar@student.apc.edu.ph::1e2b4fb5-f037-45d6-93b4-0aedc945005f" providerId="AD" clId="Web-{DF2A18D5-0A5E-D4B5-4F87-83AA7F3042E3}" dt="2024-11-11T14:59:42.120" v="59"/>
          <ac:picMkLst>
            <pc:docMk/>
            <pc:sldMk cId="1481200954" sldId="480"/>
            <ac:picMk id="3" creationId="{FD49E3A6-EF06-0C09-822F-C0E5F5D864D0}"/>
          </ac:picMkLst>
        </pc:picChg>
        <pc:picChg chg="del mod">
          <ac:chgData name="DANIEL LOUIS BALUBAR" userId="S::dqbalubar@student.apc.edu.ph::1e2b4fb5-f037-45d6-93b4-0aedc945005f" providerId="AD" clId="Web-{DF2A18D5-0A5E-D4B5-4F87-83AA7F3042E3}" dt="2024-11-11T14:54:10.679" v="7"/>
          <ac:picMkLst>
            <pc:docMk/>
            <pc:sldMk cId="1481200954" sldId="480"/>
            <ac:picMk id="4" creationId="{66CEF1BF-0206-6074-18D8-8220A81099BC}"/>
          </ac:picMkLst>
        </pc:picChg>
        <pc:picChg chg="add mod">
          <ac:chgData name="DANIEL LOUIS BALUBAR" userId="S::dqbalubar@student.apc.edu.ph::1e2b4fb5-f037-45d6-93b4-0aedc945005f" providerId="AD" clId="Web-{DF2A18D5-0A5E-D4B5-4F87-83AA7F3042E3}" dt="2024-11-11T15:02:05.731" v="77" actId="14100"/>
          <ac:picMkLst>
            <pc:docMk/>
            <pc:sldMk cId="1481200954" sldId="480"/>
            <ac:picMk id="5" creationId="{4977EDEC-1821-9EB4-DEC6-0904E08D7781}"/>
          </ac:picMkLst>
        </pc:picChg>
      </pc:sldChg>
      <pc:sldChg chg="addSp delSp modSp add replId">
        <pc:chgData name="DANIEL LOUIS BALUBAR" userId="S::dqbalubar@student.apc.edu.ph::1e2b4fb5-f037-45d6-93b4-0aedc945005f" providerId="AD" clId="Web-{DF2A18D5-0A5E-D4B5-4F87-83AA7F3042E3}" dt="2024-11-11T15:03:39.810" v="88" actId="1076"/>
        <pc:sldMkLst>
          <pc:docMk/>
          <pc:sldMk cId="2063760081" sldId="481"/>
        </pc:sldMkLst>
        <pc:picChg chg="add mod">
          <ac:chgData name="DANIEL LOUIS BALUBAR" userId="S::dqbalubar@student.apc.edu.ph::1e2b4fb5-f037-45d6-93b4-0aedc945005f" providerId="AD" clId="Web-{DF2A18D5-0A5E-D4B5-4F87-83AA7F3042E3}" dt="2024-11-11T15:03:39.810" v="88" actId="1076"/>
          <ac:picMkLst>
            <pc:docMk/>
            <pc:sldMk cId="2063760081" sldId="481"/>
            <ac:picMk id="2" creationId="{B474D646-31B9-6A9E-05D9-7F884ABA62D8}"/>
          </ac:picMkLst>
        </pc:picChg>
        <pc:picChg chg="del">
          <ac:chgData name="DANIEL LOUIS BALUBAR" userId="S::dqbalubar@student.apc.edu.ph::1e2b4fb5-f037-45d6-93b4-0aedc945005f" providerId="AD" clId="Web-{DF2A18D5-0A5E-D4B5-4F87-83AA7F3042E3}" dt="2024-11-11T15:03:29.654" v="83"/>
          <ac:picMkLst>
            <pc:docMk/>
            <pc:sldMk cId="2063760081" sldId="481"/>
            <ac:picMk id="4" creationId="{AB2607C8-E876-6214-D95A-89BCB486C8F9}"/>
          </ac:picMkLst>
        </pc:picChg>
      </pc:sldChg>
      <pc:sldChg chg="add del replId">
        <pc:chgData name="DANIEL LOUIS BALUBAR" userId="S::dqbalubar@student.apc.edu.ph::1e2b4fb5-f037-45d6-93b4-0aedc945005f" providerId="AD" clId="Web-{DF2A18D5-0A5E-D4B5-4F87-83AA7F3042E3}" dt="2024-11-11T15:03:05.747" v="81"/>
        <pc:sldMkLst>
          <pc:docMk/>
          <pc:sldMk cId="3908187576" sldId="481"/>
        </pc:sldMkLst>
      </pc:sldChg>
      <pc:sldChg chg="addSp delSp modSp add replId">
        <pc:chgData name="DANIEL LOUIS BALUBAR" userId="S::dqbalubar@student.apc.edu.ph::1e2b4fb5-f037-45d6-93b4-0aedc945005f" providerId="AD" clId="Web-{DF2A18D5-0A5E-D4B5-4F87-83AA7F3042E3}" dt="2024-11-11T15:12:05.488" v="117" actId="1076"/>
        <pc:sldMkLst>
          <pc:docMk/>
          <pc:sldMk cId="662427321" sldId="482"/>
        </pc:sldMkLst>
        <pc:picChg chg="add mod">
          <ac:chgData name="DANIEL LOUIS BALUBAR" userId="S::dqbalubar@student.apc.edu.ph::1e2b4fb5-f037-45d6-93b4-0aedc945005f" providerId="AD" clId="Web-{DF2A18D5-0A5E-D4B5-4F87-83AA7F3042E3}" dt="2024-11-11T15:12:05.488" v="117" actId="1076"/>
          <ac:picMkLst>
            <pc:docMk/>
            <pc:sldMk cId="662427321" sldId="482"/>
            <ac:picMk id="2" creationId="{4A56A198-3166-2460-DF12-5EF12259BAB3}"/>
          </ac:picMkLst>
        </pc:picChg>
        <pc:picChg chg="del">
          <ac:chgData name="DANIEL LOUIS BALUBAR" userId="S::dqbalubar@student.apc.edu.ph::1e2b4fb5-f037-45d6-93b4-0aedc945005f" providerId="AD" clId="Web-{DF2A18D5-0A5E-D4B5-4F87-83AA7F3042E3}" dt="2024-11-11T15:08:04.188" v="109"/>
          <ac:picMkLst>
            <pc:docMk/>
            <pc:sldMk cId="662427321" sldId="482"/>
            <ac:picMk id="4" creationId="{C576667B-A2AE-34CC-06B3-EBE62DA1B763}"/>
          </ac:picMkLst>
        </pc:picChg>
      </pc:sldChg>
      <pc:sldChg chg="add del replId">
        <pc:chgData name="DANIEL LOUIS BALUBAR" userId="S::dqbalubar@student.apc.edu.ph::1e2b4fb5-f037-45d6-93b4-0aedc945005f" providerId="AD" clId="Web-{DF2A18D5-0A5E-D4B5-4F87-83AA7F3042E3}" dt="2024-11-11T15:05:34.359" v="94"/>
        <pc:sldMkLst>
          <pc:docMk/>
          <pc:sldMk cId="2325750476" sldId="482"/>
        </pc:sldMkLst>
      </pc:sldChg>
      <pc:sldChg chg="add del replId">
        <pc:chgData name="DANIEL LOUIS BALUBAR" userId="S::dqbalubar@student.apc.edu.ph::1e2b4fb5-f037-45d6-93b4-0aedc945005f" providerId="AD" clId="Web-{DF2A18D5-0A5E-D4B5-4F87-83AA7F3042E3}" dt="2024-11-11T15:04:10.904" v="90"/>
        <pc:sldMkLst>
          <pc:docMk/>
          <pc:sldMk cId="3392115545" sldId="48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2F17359-000A-9044-B834-9FBD0018D52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98B882-BA21-D947-B59A-B375F7B018C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773F5E-F60B-3D42-A6DD-6D5611C2F6EE}" type="datetimeFigureOut">
              <a:rPr lang="en-US" smtClean="0"/>
              <a:t>11/12/2024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19AD5B-1A75-1A4A-8459-A96AB79E9D2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9C6818-84EB-2D43-AA44-FC64C4595BF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28A1AC-D174-D44D-BB31-612041F19A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1703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B19178-3F6B-4D8F-B485-F4B291CB524A}" type="datetimeFigureOut">
              <a:rPr lang="en-PH" smtClean="0"/>
              <a:t>12/11/2024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17D0DC-BF49-4126-9BAB-8742EF30C68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591033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17D0DC-BF49-4126-9BAB-8742EF30C68C}" type="slidenum">
              <a:rPr lang="en-PH" smtClean="0"/>
              <a:t>16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8769219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17D0DC-BF49-4126-9BAB-8742EF30C68C}" type="slidenum">
              <a:rPr lang="en-PH" smtClean="0"/>
              <a:t>17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26708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7D7B648-BE60-43F4-8E11-2AB267410D4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2946" y="0"/>
            <a:ext cx="6098946" cy="6858000"/>
          </a:xfrm>
          <a:custGeom>
            <a:avLst/>
            <a:gdLst>
              <a:gd name="connsiteX0" fmla="*/ 0 w 5822209"/>
              <a:gd name="connsiteY0" fmla="*/ 0 h 4427316"/>
              <a:gd name="connsiteX1" fmla="*/ 5822209 w 5822209"/>
              <a:gd name="connsiteY1" fmla="*/ 0 h 4427316"/>
              <a:gd name="connsiteX2" fmla="*/ 5822209 w 5822209"/>
              <a:gd name="connsiteY2" fmla="*/ 4427316 h 4427316"/>
              <a:gd name="connsiteX3" fmla="*/ 0 w 5822209"/>
              <a:gd name="connsiteY3" fmla="*/ 4427316 h 4427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22209" h="4427316">
                <a:moveTo>
                  <a:pt x="0" y="0"/>
                </a:moveTo>
                <a:lnTo>
                  <a:pt x="5822209" y="0"/>
                </a:lnTo>
                <a:lnTo>
                  <a:pt x="5822209" y="4427316"/>
                </a:lnTo>
                <a:lnTo>
                  <a:pt x="0" y="4427316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1662FCA-743F-AC4A-B6AC-269A9A26ECF8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487905" y="5286196"/>
            <a:ext cx="4179375" cy="356462"/>
          </a:xfrm>
        </p:spPr>
        <p:txBody>
          <a:bodyPr lIns="0" rIns="0">
            <a:normAutofit/>
          </a:bodyPr>
          <a:lstStyle>
            <a:lvl1pPr marL="0" indent="0" algn="r">
              <a:buNone/>
              <a:defRPr sz="1800" b="1" i="0" cap="all" spc="300" baseline="0">
                <a:solidFill>
                  <a:schemeClr val="tx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BC2EA4E-1692-1548-A245-3DC65B856D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87905" y="2715790"/>
            <a:ext cx="4179376" cy="2387600"/>
          </a:xfrm>
        </p:spPr>
        <p:txBody>
          <a:bodyPr lIns="0" rIns="0" anchor="b">
            <a:normAutofit/>
          </a:bodyPr>
          <a:lstStyle>
            <a:lvl1pPr algn="r">
              <a:defRPr sz="4800" b="0" i="0" cap="all" baseline="0">
                <a:solidFill>
                  <a:schemeClr val="accent4">
                    <a:lumMod val="75000"/>
                  </a:schemeClr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D7A90A1-A930-7E45-A0C6-7B528BC17B68}"/>
              </a:ext>
            </a:extLst>
          </p:cNvPr>
          <p:cNvCxnSpPr>
            <a:cxnSpLocks/>
          </p:cNvCxnSpPr>
          <p:nvPr userDrawn="1"/>
        </p:nvCxnSpPr>
        <p:spPr>
          <a:xfrm>
            <a:off x="11057682" y="0"/>
            <a:ext cx="0" cy="6858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2289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7D7B648-BE60-43F4-8E11-2AB267410D4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3055" y="0"/>
            <a:ext cx="6098946" cy="6858000"/>
          </a:xfrm>
          <a:custGeom>
            <a:avLst/>
            <a:gdLst>
              <a:gd name="connsiteX0" fmla="*/ 0 w 5822209"/>
              <a:gd name="connsiteY0" fmla="*/ 0 h 4427316"/>
              <a:gd name="connsiteX1" fmla="*/ 5822209 w 5822209"/>
              <a:gd name="connsiteY1" fmla="*/ 0 h 4427316"/>
              <a:gd name="connsiteX2" fmla="*/ 5822209 w 5822209"/>
              <a:gd name="connsiteY2" fmla="*/ 4427316 h 4427316"/>
              <a:gd name="connsiteX3" fmla="*/ 0 w 5822209"/>
              <a:gd name="connsiteY3" fmla="*/ 4427316 h 4427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22209" h="4427316">
                <a:moveTo>
                  <a:pt x="0" y="0"/>
                </a:moveTo>
                <a:lnTo>
                  <a:pt x="5822209" y="0"/>
                </a:lnTo>
                <a:lnTo>
                  <a:pt x="5822209" y="4427316"/>
                </a:lnTo>
                <a:lnTo>
                  <a:pt x="0" y="4427316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9525627-537D-D740-918D-FD8895672A9F}"/>
              </a:ext>
            </a:extLst>
          </p:cNvPr>
          <p:cNvCxnSpPr>
            <a:cxnSpLocks/>
          </p:cNvCxnSpPr>
          <p:nvPr userDrawn="1"/>
        </p:nvCxnSpPr>
        <p:spPr>
          <a:xfrm>
            <a:off x="0" y="1720312"/>
            <a:ext cx="609305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1662FCA-743F-AC4A-B6AC-269A9A26ECF8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524000" y="5286196"/>
            <a:ext cx="4179375" cy="356462"/>
          </a:xfrm>
        </p:spPr>
        <p:txBody>
          <a:bodyPr lIns="0" rIns="0">
            <a:normAutofit/>
          </a:bodyPr>
          <a:lstStyle>
            <a:lvl1pPr marL="0" indent="0">
              <a:buNone/>
              <a:defRPr sz="1800" b="0" i="0" cap="all" spc="3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BC2EA4E-1692-1548-A245-3DC65B856D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15790"/>
            <a:ext cx="4179376" cy="2387600"/>
          </a:xfrm>
        </p:spPr>
        <p:txBody>
          <a:bodyPr lIns="0" rIns="0" anchor="b">
            <a:normAutofit/>
          </a:bodyPr>
          <a:lstStyle>
            <a:lvl1pPr algn="l">
              <a:defRPr sz="4800" b="0" i="0" cap="all" baseline="0">
                <a:solidFill>
                  <a:schemeClr val="accent4">
                    <a:lumMod val="7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A5923B2-46E8-4C7F-911F-F668F703365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0368" y="264467"/>
            <a:ext cx="811014" cy="811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249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_4">
    <p:bg>
      <p:bgPr>
        <a:solidFill>
          <a:schemeClr val="accent4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7D7B648-BE60-43F4-8E11-2AB267410D4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34319" y="0"/>
            <a:ext cx="11057681" cy="6858000"/>
          </a:xfrm>
          <a:custGeom>
            <a:avLst/>
            <a:gdLst>
              <a:gd name="connsiteX0" fmla="*/ 0 w 5822209"/>
              <a:gd name="connsiteY0" fmla="*/ 0 h 4427316"/>
              <a:gd name="connsiteX1" fmla="*/ 5822209 w 5822209"/>
              <a:gd name="connsiteY1" fmla="*/ 0 h 4427316"/>
              <a:gd name="connsiteX2" fmla="*/ 5822209 w 5822209"/>
              <a:gd name="connsiteY2" fmla="*/ 4427316 h 4427316"/>
              <a:gd name="connsiteX3" fmla="*/ 0 w 5822209"/>
              <a:gd name="connsiteY3" fmla="*/ 4427316 h 4427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22209" h="4427316">
                <a:moveTo>
                  <a:pt x="0" y="0"/>
                </a:moveTo>
                <a:lnTo>
                  <a:pt x="5822209" y="0"/>
                </a:lnTo>
                <a:lnTo>
                  <a:pt x="5822209" y="4427316"/>
                </a:lnTo>
                <a:lnTo>
                  <a:pt x="0" y="4427316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9525627-537D-D740-918D-FD8895672A9F}"/>
              </a:ext>
            </a:extLst>
          </p:cNvPr>
          <p:cNvCxnSpPr>
            <a:cxnSpLocks/>
          </p:cNvCxnSpPr>
          <p:nvPr userDrawn="1"/>
        </p:nvCxnSpPr>
        <p:spPr>
          <a:xfrm>
            <a:off x="1124487" y="0"/>
            <a:ext cx="0" cy="6858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1662FCA-743F-AC4A-B6AC-269A9A26ECF8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524000" y="5286196"/>
            <a:ext cx="4179375" cy="356462"/>
          </a:xfrm>
        </p:spPr>
        <p:txBody>
          <a:bodyPr lIns="0" rIns="0">
            <a:normAutofit/>
          </a:bodyPr>
          <a:lstStyle>
            <a:lvl1pPr marL="0" indent="0">
              <a:buNone/>
              <a:defRPr sz="1800" b="1" i="0" cap="all" spc="30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BC2EA4E-1692-1548-A245-3DC65B856D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15790"/>
            <a:ext cx="4179376" cy="2387600"/>
          </a:xfrm>
        </p:spPr>
        <p:txBody>
          <a:bodyPr lIns="0" rIns="0" anchor="b">
            <a:normAutofit/>
          </a:bodyPr>
          <a:lstStyle>
            <a:lvl1pPr algn="l">
              <a:defRPr sz="4800" b="0" i="0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4E37911-4606-482B-9116-F1DBAF36C0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0368" y="264467"/>
            <a:ext cx="811014" cy="811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68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_5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7D7B648-BE60-43F4-8E11-2AB267410D4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1" cy="6858000"/>
          </a:xfrm>
          <a:custGeom>
            <a:avLst/>
            <a:gdLst>
              <a:gd name="connsiteX0" fmla="*/ 0 w 5822209"/>
              <a:gd name="connsiteY0" fmla="*/ 0 h 4427316"/>
              <a:gd name="connsiteX1" fmla="*/ 5822209 w 5822209"/>
              <a:gd name="connsiteY1" fmla="*/ 0 h 4427316"/>
              <a:gd name="connsiteX2" fmla="*/ 5822209 w 5822209"/>
              <a:gd name="connsiteY2" fmla="*/ 4427316 h 4427316"/>
              <a:gd name="connsiteX3" fmla="*/ 0 w 5822209"/>
              <a:gd name="connsiteY3" fmla="*/ 4427316 h 4427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22209" h="4427316">
                <a:moveTo>
                  <a:pt x="0" y="0"/>
                </a:moveTo>
                <a:lnTo>
                  <a:pt x="5822209" y="0"/>
                </a:lnTo>
                <a:lnTo>
                  <a:pt x="5822209" y="4427316"/>
                </a:lnTo>
                <a:lnTo>
                  <a:pt x="0" y="4427316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1662FCA-743F-AC4A-B6AC-269A9A26ECF8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524000" y="5286196"/>
            <a:ext cx="4179375" cy="356462"/>
          </a:xfrm>
        </p:spPr>
        <p:txBody>
          <a:bodyPr lIns="0" rIns="0">
            <a:normAutofit/>
          </a:bodyPr>
          <a:lstStyle>
            <a:lvl1pPr marL="0" indent="0">
              <a:buNone/>
              <a:defRPr sz="1800" b="1" i="0" cap="all" spc="30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BC2EA4E-1692-1548-A245-3DC65B856D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15790"/>
            <a:ext cx="4179376" cy="2387600"/>
          </a:xfrm>
        </p:spPr>
        <p:txBody>
          <a:bodyPr lIns="0" rIns="0" anchor="b">
            <a:normAutofit/>
          </a:bodyPr>
          <a:lstStyle>
            <a:lvl1pPr algn="l">
              <a:defRPr sz="4800" b="0" i="0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B4FF4E3-951F-F040-800F-0DDAC2CCC507}"/>
              </a:ext>
            </a:extLst>
          </p:cNvPr>
          <p:cNvCxnSpPr>
            <a:cxnSpLocks/>
          </p:cNvCxnSpPr>
          <p:nvPr userDrawn="1"/>
        </p:nvCxnSpPr>
        <p:spPr>
          <a:xfrm>
            <a:off x="0" y="5992966"/>
            <a:ext cx="12192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54221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2DFD1-09C0-6845-8219-0846F32E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391E-143D-F948-ADAE-29AEA3C1EBFB}" type="datetimeFigureOut">
              <a:rPr lang="en-US" smtClean="0"/>
              <a:t>11/12/2024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D7355-C4D0-1F4D-A365-E4AF1D8FE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71307-5F5C-D847-B837-8C60542C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B04801C-3319-AC43-9484-8377A4F8F25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27321" y="339645"/>
            <a:ext cx="10134369" cy="1002552"/>
          </a:xfrm>
        </p:spPr>
        <p:txBody>
          <a:bodyPr lIns="0" rIns="0" anchor="b">
            <a:noAutofit/>
          </a:bodyPr>
          <a:lstStyle>
            <a:lvl1pPr algn="l">
              <a:defRPr sz="4500" b="0" i="0" cap="all" baseline="0">
                <a:solidFill>
                  <a:schemeClr val="accent4">
                    <a:lumMod val="7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Content Slide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67D640-AB06-EE4B-868D-F46A30705F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27322" y="1507066"/>
            <a:ext cx="10134371" cy="4849283"/>
          </a:xfrm>
        </p:spPr>
        <p:txBody>
          <a:bodyPr lIns="0" rIns="0" anchor="t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1600">
                <a:latin typeface="+mj-lt"/>
              </a:defRPr>
            </a:lvl2pPr>
            <a:lvl3pPr marL="914400" indent="0">
              <a:lnSpc>
                <a:spcPct val="100000"/>
              </a:lnSpc>
              <a:buNone/>
              <a:defRPr sz="1600">
                <a:latin typeface="+mj-lt"/>
              </a:defRPr>
            </a:lvl3pPr>
            <a:lvl4pPr marL="1371600" indent="0">
              <a:lnSpc>
                <a:spcPct val="100000"/>
              </a:lnSpc>
              <a:buNone/>
              <a:defRPr sz="1600">
                <a:latin typeface="+mj-lt"/>
              </a:defRPr>
            </a:lvl4pPr>
            <a:lvl5pPr marL="1828800" indent="0">
              <a:lnSpc>
                <a:spcPct val="100000"/>
              </a:lnSpc>
              <a:buNone/>
              <a:defRPr sz="16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81E455-9E6F-1B48-A537-F86699963276}"/>
              </a:ext>
            </a:extLst>
          </p:cNvPr>
          <p:cNvCxnSpPr>
            <a:cxnSpLocks/>
          </p:cNvCxnSpPr>
          <p:nvPr userDrawn="1"/>
        </p:nvCxnSpPr>
        <p:spPr>
          <a:xfrm>
            <a:off x="392623" y="1342197"/>
            <a:ext cx="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78CECE2-CD4D-4A44-927A-53FFE158AF1C}"/>
              </a:ext>
            </a:extLst>
          </p:cNvPr>
          <p:cNvCxnSpPr>
            <a:cxnSpLocks/>
          </p:cNvCxnSpPr>
          <p:nvPr userDrawn="1"/>
        </p:nvCxnSpPr>
        <p:spPr>
          <a:xfrm>
            <a:off x="1134319" y="0"/>
            <a:ext cx="0" cy="6858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3DBBD1C7-5D32-41FE-A1BF-0B2663BB71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0368" y="264467"/>
            <a:ext cx="811014" cy="811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7903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2DFD1-09C0-6845-8219-0846F32E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391E-143D-F948-ADAE-29AEA3C1EBFB}" type="datetimeFigureOut">
              <a:rPr lang="en-US" smtClean="0"/>
              <a:t>11/12/2024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D7355-C4D0-1F4D-A365-E4AF1D8FE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71307-5F5C-D847-B837-8C60542C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B04801C-3319-AC43-9484-8377A4F8F25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27321" y="339645"/>
            <a:ext cx="10134369" cy="1002552"/>
          </a:xfrm>
        </p:spPr>
        <p:txBody>
          <a:bodyPr lIns="0" rIns="0" anchor="b">
            <a:noAutofit/>
          </a:bodyPr>
          <a:lstStyle>
            <a:lvl1pPr algn="l">
              <a:defRPr sz="4500" b="0" i="0" cap="all" baseline="0">
                <a:solidFill>
                  <a:schemeClr val="accent4">
                    <a:lumMod val="7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Content overview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67D640-AB06-EE4B-868D-F46A30705F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27322" y="1507066"/>
            <a:ext cx="10134371" cy="4849283"/>
          </a:xfrm>
        </p:spPr>
        <p:txBody>
          <a:bodyPr lIns="0" rIns="0" anchor="t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1600">
                <a:latin typeface="+mj-lt"/>
              </a:defRPr>
            </a:lvl2pPr>
            <a:lvl3pPr marL="914400" indent="0">
              <a:lnSpc>
                <a:spcPct val="100000"/>
              </a:lnSpc>
              <a:buNone/>
              <a:defRPr sz="1600">
                <a:latin typeface="+mj-lt"/>
              </a:defRPr>
            </a:lvl3pPr>
            <a:lvl4pPr marL="1371600" indent="0">
              <a:lnSpc>
                <a:spcPct val="100000"/>
              </a:lnSpc>
              <a:buNone/>
              <a:defRPr sz="1600">
                <a:latin typeface="+mj-lt"/>
              </a:defRPr>
            </a:lvl4pPr>
            <a:lvl5pPr marL="1828800" indent="0">
              <a:lnSpc>
                <a:spcPct val="100000"/>
              </a:lnSpc>
              <a:buNone/>
              <a:defRPr sz="16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81E455-9E6F-1B48-A537-F86699963276}"/>
              </a:ext>
            </a:extLst>
          </p:cNvPr>
          <p:cNvCxnSpPr>
            <a:cxnSpLocks/>
          </p:cNvCxnSpPr>
          <p:nvPr userDrawn="1"/>
        </p:nvCxnSpPr>
        <p:spPr>
          <a:xfrm>
            <a:off x="392623" y="1342197"/>
            <a:ext cx="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78CECE2-CD4D-4A44-927A-53FFE158AF1C}"/>
              </a:ext>
            </a:extLst>
          </p:cNvPr>
          <p:cNvCxnSpPr>
            <a:cxnSpLocks/>
          </p:cNvCxnSpPr>
          <p:nvPr userDrawn="1"/>
        </p:nvCxnSpPr>
        <p:spPr>
          <a:xfrm>
            <a:off x="1134319" y="0"/>
            <a:ext cx="0" cy="6858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3DBBD1C7-5D32-41FE-A1BF-0B2663BB71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0368" y="264467"/>
            <a:ext cx="811014" cy="811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65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2DFD1-09C0-6845-8219-0846F32E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391E-143D-F948-ADAE-29AEA3C1EBFB}" type="datetimeFigureOut">
              <a:rPr lang="en-US" smtClean="0"/>
              <a:t>11/12/2024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D7355-C4D0-1F4D-A365-E4AF1D8FE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71307-5F5C-D847-B837-8C60542C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B04801C-3319-AC43-9484-8377A4F8F25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27321" y="339645"/>
            <a:ext cx="10134369" cy="1002552"/>
          </a:xfrm>
        </p:spPr>
        <p:txBody>
          <a:bodyPr lIns="0" rIns="0" anchor="b">
            <a:noAutofit/>
          </a:bodyPr>
          <a:lstStyle>
            <a:lvl1pPr algn="l">
              <a:defRPr sz="4500" b="0" i="0" cap="all" baseline="0">
                <a:solidFill>
                  <a:schemeClr val="accent4">
                    <a:lumMod val="7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Content Title Here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81E455-9E6F-1B48-A537-F86699963276}"/>
              </a:ext>
            </a:extLst>
          </p:cNvPr>
          <p:cNvCxnSpPr>
            <a:cxnSpLocks/>
          </p:cNvCxnSpPr>
          <p:nvPr userDrawn="1"/>
        </p:nvCxnSpPr>
        <p:spPr>
          <a:xfrm>
            <a:off x="392623" y="1342197"/>
            <a:ext cx="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78CECE2-CD4D-4A44-927A-53FFE158AF1C}"/>
              </a:ext>
            </a:extLst>
          </p:cNvPr>
          <p:cNvCxnSpPr>
            <a:cxnSpLocks/>
          </p:cNvCxnSpPr>
          <p:nvPr userDrawn="1"/>
        </p:nvCxnSpPr>
        <p:spPr>
          <a:xfrm>
            <a:off x="1134319" y="0"/>
            <a:ext cx="0" cy="6858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3DBBD1C7-5D32-41FE-A1BF-0B2663BB71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0368" y="264467"/>
            <a:ext cx="811014" cy="811014"/>
          </a:xfrm>
          <a:prstGeom prst="rect">
            <a:avLst/>
          </a:prstGeom>
        </p:spPr>
      </p:pic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63C0458F-D42F-44B8-90A3-DB2AE849986B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1627188" y="1854200"/>
            <a:ext cx="10134600" cy="4365625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401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2DFD1-09C0-6845-8219-0846F32E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391E-143D-F948-ADAE-29AEA3C1EBFB}" type="datetimeFigureOut">
              <a:rPr lang="en-US" smtClean="0"/>
              <a:t>11/12/2024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D7355-C4D0-1F4D-A365-E4AF1D8FE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71307-5F5C-D847-B837-8C60542C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B04801C-3319-AC43-9484-8377A4F8F25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2623" y="339645"/>
            <a:ext cx="10115219" cy="1002552"/>
          </a:xfrm>
        </p:spPr>
        <p:txBody>
          <a:bodyPr lIns="0" rIns="0" anchor="b">
            <a:noAutofit/>
          </a:bodyPr>
          <a:lstStyle>
            <a:lvl1pPr algn="l">
              <a:defRPr sz="4500" b="0" i="0" cap="all" baseline="0">
                <a:solidFill>
                  <a:schemeClr val="accent4">
                    <a:lumMod val="7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TITLE GOEs HERE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67D640-AB06-EE4B-868D-F46A30705F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92624" y="1507066"/>
            <a:ext cx="10115221" cy="4849283"/>
          </a:xfrm>
        </p:spPr>
        <p:txBody>
          <a:bodyPr lIns="0" rIns="0" anchor="t"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1800">
                <a:latin typeface="+mj-lt"/>
              </a:defRPr>
            </a:lvl2pPr>
            <a:lvl3pPr marL="914400" indent="0">
              <a:lnSpc>
                <a:spcPct val="100000"/>
              </a:lnSpc>
              <a:buNone/>
              <a:defRPr sz="1800">
                <a:latin typeface="+mj-lt"/>
              </a:defRPr>
            </a:lvl3pPr>
            <a:lvl4pPr marL="1371600" indent="0">
              <a:lnSpc>
                <a:spcPct val="100000"/>
              </a:lnSpc>
              <a:buNone/>
              <a:defRPr sz="1800">
                <a:latin typeface="+mj-lt"/>
              </a:defRPr>
            </a:lvl4pPr>
            <a:lvl5pPr marL="1828800" indent="0">
              <a:lnSpc>
                <a:spcPct val="100000"/>
              </a:lnSpc>
              <a:buNone/>
              <a:defRPr sz="18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81E455-9E6F-1B48-A537-F86699963276}"/>
              </a:ext>
            </a:extLst>
          </p:cNvPr>
          <p:cNvCxnSpPr>
            <a:cxnSpLocks/>
          </p:cNvCxnSpPr>
          <p:nvPr userDrawn="1"/>
        </p:nvCxnSpPr>
        <p:spPr>
          <a:xfrm>
            <a:off x="392623" y="1342197"/>
            <a:ext cx="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A21F7CE-A4E6-574A-B490-8FC432772886}"/>
              </a:ext>
            </a:extLst>
          </p:cNvPr>
          <p:cNvCxnSpPr>
            <a:cxnSpLocks/>
          </p:cNvCxnSpPr>
          <p:nvPr userDrawn="1"/>
        </p:nvCxnSpPr>
        <p:spPr>
          <a:xfrm>
            <a:off x="11057682" y="0"/>
            <a:ext cx="0" cy="6858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E2D84FBF-E49F-4FED-A357-7FFEE4876E7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202013" y="264467"/>
            <a:ext cx="811014" cy="811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512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2DFD1-09C0-6845-8219-0846F32E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391E-143D-F948-ADAE-29AEA3C1EBFB}" type="datetimeFigureOut">
              <a:rPr lang="en-US" smtClean="0"/>
              <a:t>11/12/2024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D7355-C4D0-1F4D-A365-E4AF1D8FE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71307-5F5C-D847-B837-8C60542C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B04801C-3319-AC43-9484-8377A4F8F25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2623" y="339645"/>
            <a:ext cx="11369068" cy="1002552"/>
          </a:xfrm>
        </p:spPr>
        <p:txBody>
          <a:bodyPr lIns="0" rIns="0" anchor="b">
            <a:noAutofit/>
          </a:bodyPr>
          <a:lstStyle>
            <a:lvl1pPr algn="l">
              <a:defRPr sz="4500" b="0" i="0" cap="all" baseline="0">
                <a:solidFill>
                  <a:schemeClr val="accent4">
                    <a:lumMod val="7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TITLE GOEs HERE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67D640-AB06-EE4B-868D-F46A30705F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92624" y="1507066"/>
            <a:ext cx="11369070" cy="4849283"/>
          </a:xfrm>
        </p:spPr>
        <p:txBody>
          <a:bodyPr lIns="0" rIns="0" anchor="t"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1800">
                <a:latin typeface="+mj-lt"/>
              </a:defRPr>
            </a:lvl2pPr>
            <a:lvl3pPr marL="914400" indent="0">
              <a:lnSpc>
                <a:spcPct val="100000"/>
              </a:lnSpc>
              <a:buNone/>
              <a:defRPr sz="1800">
                <a:latin typeface="+mj-lt"/>
              </a:defRPr>
            </a:lvl3pPr>
            <a:lvl4pPr marL="1371600" indent="0">
              <a:lnSpc>
                <a:spcPct val="100000"/>
              </a:lnSpc>
              <a:buNone/>
              <a:defRPr sz="1800">
                <a:latin typeface="+mj-lt"/>
              </a:defRPr>
            </a:lvl4pPr>
            <a:lvl5pPr marL="1828800" indent="0">
              <a:lnSpc>
                <a:spcPct val="100000"/>
              </a:lnSpc>
              <a:buNone/>
              <a:defRPr sz="18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81E455-9E6F-1B48-A537-F86699963276}"/>
              </a:ext>
            </a:extLst>
          </p:cNvPr>
          <p:cNvCxnSpPr>
            <a:cxnSpLocks/>
          </p:cNvCxnSpPr>
          <p:nvPr userDrawn="1"/>
        </p:nvCxnSpPr>
        <p:spPr>
          <a:xfrm>
            <a:off x="392623" y="1342197"/>
            <a:ext cx="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CF93E56-30EE-384E-9A8A-090C645582DB}"/>
              </a:ext>
            </a:extLst>
          </p:cNvPr>
          <p:cNvCxnSpPr>
            <a:cxnSpLocks/>
          </p:cNvCxnSpPr>
          <p:nvPr userDrawn="1"/>
        </p:nvCxnSpPr>
        <p:spPr>
          <a:xfrm>
            <a:off x="392623" y="1405468"/>
            <a:ext cx="11369068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5057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E185E6-E548-4653-A1F2-B5D2AEFC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56824-A55C-4F44-B9CB-109B027241D7}" type="datetimeFigureOut">
              <a:rPr lang="en-US" smtClean="0"/>
              <a:t>11/12/2024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F56CE3-2B1B-4B6A-89F0-6E630D1B4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49874E-82FC-44A3-82B6-B19657A22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6627B-E4D5-2947-8E88-B84039729B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83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5">
            <a:extLst>
              <a:ext uri="{FF2B5EF4-FFF2-40B4-BE49-F238E27FC236}">
                <a16:creationId xmlns:a16="http://schemas.microsoft.com/office/drawing/2014/main" id="{91DF7114-976E-3345-A7C4-77F951EA42C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" y="-1"/>
            <a:ext cx="12192000" cy="6857999"/>
          </a:xfrm>
          <a:custGeom>
            <a:avLst/>
            <a:gdLst>
              <a:gd name="connsiteX0" fmla="*/ 0 w 5822209"/>
              <a:gd name="connsiteY0" fmla="*/ 0 h 4427316"/>
              <a:gd name="connsiteX1" fmla="*/ 5822209 w 5822209"/>
              <a:gd name="connsiteY1" fmla="*/ 0 h 4427316"/>
              <a:gd name="connsiteX2" fmla="*/ 5822209 w 5822209"/>
              <a:gd name="connsiteY2" fmla="*/ 4427316 h 4427316"/>
              <a:gd name="connsiteX3" fmla="*/ 0 w 5822209"/>
              <a:gd name="connsiteY3" fmla="*/ 4427316 h 4427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22209" h="4427316">
                <a:moveTo>
                  <a:pt x="0" y="0"/>
                </a:moveTo>
                <a:lnTo>
                  <a:pt x="5822209" y="0"/>
                </a:lnTo>
                <a:lnTo>
                  <a:pt x="5822209" y="4427316"/>
                </a:lnTo>
                <a:lnTo>
                  <a:pt x="0" y="4427316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2DFD1-09C0-6845-8219-0846F32E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391E-143D-F948-ADAE-29AEA3C1EBFB}" type="datetimeFigureOut">
              <a:rPr lang="en-US" smtClean="0"/>
              <a:t>11/12/2024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D7355-C4D0-1F4D-A365-E4AF1D8FE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71307-5F5C-D847-B837-8C60542C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B04801C-3319-AC43-9484-8377A4F8F25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27321" y="339645"/>
            <a:ext cx="10134369" cy="1002552"/>
          </a:xfrm>
        </p:spPr>
        <p:txBody>
          <a:bodyPr lIns="0" rIns="0" anchor="b">
            <a:noAutofit/>
          </a:bodyPr>
          <a:lstStyle>
            <a:lvl1pPr algn="l">
              <a:defRPr sz="4500" b="0" i="0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TITLE GOEs HERE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67D640-AB06-EE4B-868D-F46A30705F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27322" y="1507066"/>
            <a:ext cx="10134371" cy="4849283"/>
          </a:xfrm>
        </p:spPr>
        <p:txBody>
          <a:bodyPr lIns="0" rIns="0" anchor="t"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  <a:latin typeface="+mj-lt"/>
              </a:defRPr>
            </a:lvl2pPr>
            <a:lvl3pPr marL="91440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  <a:latin typeface="+mj-lt"/>
              </a:defRPr>
            </a:lvl3pPr>
            <a:lvl4pPr marL="137160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  <a:latin typeface="+mj-lt"/>
              </a:defRPr>
            </a:lvl4pPr>
            <a:lvl5pPr marL="182880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81E455-9E6F-1B48-A537-F86699963276}"/>
              </a:ext>
            </a:extLst>
          </p:cNvPr>
          <p:cNvCxnSpPr>
            <a:cxnSpLocks/>
          </p:cNvCxnSpPr>
          <p:nvPr userDrawn="1"/>
        </p:nvCxnSpPr>
        <p:spPr>
          <a:xfrm>
            <a:off x="392623" y="1342197"/>
            <a:ext cx="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78CECE2-CD4D-4A44-927A-53FFE158AF1C}"/>
              </a:ext>
            </a:extLst>
          </p:cNvPr>
          <p:cNvCxnSpPr>
            <a:cxnSpLocks/>
          </p:cNvCxnSpPr>
          <p:nvPr userDrawn="1"/>
        </p:nvCxnSpPr>
        <p:spPr>
          <a:xfrm>
            <a:off x="1134319" y="0"/>
            <a:ext cx="0" cy="6858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7E23459A-049B-4360-9C10-C4445680ECA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0368" y="264467"/>
            <a:ext cx="811014" cy="811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0676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CCA2E80D-B045-2346-9C1F-70BFBD4AF7B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" y="-1"/>
            <a:ext cx="12192000" cy="6857999"/>
          </a:xfrm>
          <a:custGeom>
            <a:avLst/>
            <a:gdLst>
              <a:gd name="connsiteX0" fmla="*/ 0 w 5822209"/>
              <a:gd name="connsiteY0" fmla="*/ 0 h 4427316"/>
              <a:gd name="connsiteX1" fmla="*/ 5822209 w 5822209"/>
              <a:gd name="connsiteY1" fmla="*/ 0 h 4427316"/>
              <a:gd name="connsiteX2" fmla="*/ 5822209 w 5822209"/>
              <a:gd name="connsiteY2" fmla="*/ 4427316 h 4427316"/>
              <a:gd name="connsiteX3" fmla="*/ 0 w 5822209"/>
              <a:gd name="connsiteY3" fmla="*/ 4427316 h 4427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22209" h="4427316">
                <a:moveTo>
                  <a:pt x="0" y="0"/>
                </a:moveTo>
                <a:lnTo>
                  <a:pt x="5822209" y="0"/>
                </a:lnTo>
                <a:lnTo>
                  <a:pt x="5822209" y="4427316"/>
                </a:lnTo>
                <a:lnTo>
                  <a:pt x="0" y="4427316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2DFD1-09C0-6845-8219-0846F32E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391E-143D-F948-ADAE-29AEA3C1EBFB}" type="datetimeFigureOut">
              <a:rPr lang="en-US" smtClean="0"/>
              <a:t>11/12/2024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D7355-C4D0-1F4D-A365-E4AF1D8FE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71307-5F5C-D847-B837-8C60542C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B04801C-3319-AC43-9484-8377A4F8F25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2623" y="339645"/>
            <a:ext cx="11369068" cy="1002552"/>
          </a:xfrm>
        </p:spPr>
        <p:txBody>
          <a:bodyPr lIns="0" rIns="0" anchor="b">
            <a:noAutofit/>
          </a:bodyPr>
          <a:lstStyle>
            <a:lvl1pPr algn="l">
              <a:defRPr sz="4500" b="0" i="0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TITLE GOEs HERE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67D640-AB06-EE4B-868D-F46A30705F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92624" y="1507066"/>
            <a:ext cx="11369070" cy="4849283"/>
          </a:xfrm>
        </p:spPr>
        <p:txBody>
          <a:bodyPr lIns="0" rIns="0" anchor="t"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  <a:latin typeface="+mj-lt"/>
              </a:defRPr>
            </a:lvl2pPr>
            <a:lvl3pPr marL="91440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  <a:latin typeface="+mj-lt"/>
              </a:defRPr>
            </a:lvl3pPr>
            <a:lvl4pPr marL="137160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  <a:latin typeface="+mj-lt"/>
              </a:defRPr>
            </a:lvl4pPr>
            <a:lvl5pPr marL="182880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81E455-9E6F-1B48-A537-F86699963276}"/>
              </a:ext>
            </a:extLst>
          </p:cNvPr>
          <p:cNvCxnSpPr>
            <a:cxnSpLocks/>
          </p:cNvCxnSpPr>
          <p:nvPr userDrawn="1"/>
        </p:nvCxnSpPr>
        <p:spPr>
          <a:xfrm>
            <a:off x="392623" y="1342197"/>
            <a:ext cx="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40B4699-8C04-D74B-BFAF-27221E81DEBB}"/>
              </a:ext>
            </a:extLst>
          </p:cNvPr>
          <p:cNvCxnSpPr>
            <a:cxnSpLocks/>
          </p:cNvCxnSpPr>
          <p:nvPr userDrawn="1"/>
        </p:nvCxnSpPr>
        <p:spPr>
          <a:xfrm>
            <a:off x="0" y="5992966"/>
            <a:ext cx="12192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38705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7D7B648-BE60-43F4-8E11-2AB267410D4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215342"/>
            <a:ext cx="5822209" cy="4427316"/>
          </a:xfrm>
          <a:custGeom>
            <a:avLst/>
            <a:gdLst>
              <a:gd name="connsiteX0" fmla="*/ 0 w 5822209"/>
              <a:gd name="connsiteY0" fmla="*/ 0 h 4427316"/>
              <a:gd name="connsiteX1" fmla="*/ 5822209 w 5822209"/>
              <a:gd name="connsiteY1" fmla="*/ 0 h 4427316"/>
              <a:gd name="connsiteX2" fmla="*/ 5822209 w 5822209"/>
              <a:gd name="connsiteY2" fmla="*/ 4427316 h 4427316"/>
              <a:gd name="connsiteX3" fmla="*/ 0 w 5822209"/>
              <a:gd name="connsiteY3" fmla="*/ 4427316 h 4427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22209" h="4427316">
                <a:moveTo>
                  <a:pt x="0" y="0"/>
                </a:moveTo>
                <a:lnTo>
                  <a:pt x="5822209" y="0"/>
                </a:lnTo>
                <a:lnTo>
                  <a:pt x="5822209" y="4427316"/>
                </a:lnTo>
                <a:lnTo>
                  <a:pt x="0" y="4427316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01B97752-63E3-7E41-86AA-8084AC3E48D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487905" y="5286196"/>
            <a:ext cx="4179375" cy="356462"/>
          </a:xfrm>
        </p:spPr>
        <p:txBody>
          <a:bodyPr lIns="0" rIns="0">
            <a:normAutofit/>
          </a:bodyPr>
          <a:lstStyle>
            <a:lvl1pPr marL="0" indent="0" algn="r">
              <a:buNone/>
              <a:defRPr sz="1800" b="0" i="0" cap="all" spc="3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45521CA-473D-274E-A252-50E49A3EFD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87905" y="2715790"/>
            <a:ext cx="4179376" cy="2387600"/>
          </a:xfrm>
        </p:spPr>
        <p:txBody>
          <a:bodyPr lIns="0" rIns="0" anchor="b">
            <a:normAutofit/>
          </a:bodyPr>
          <a:lstStyle>
            <a:lvl1pPr algn="r">
              <a:defRPr sz="4800" b="0" i="0" cap="all" baseline="0">
                <a:solidFill>
                  <a:schemeClr val="accent4">
                    <a:lumMod val="7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71328B3-338C-BB43-A9F5-AACCE2E54E86}"/>
              </a:ext>
            </a:extLst>
          </p:cNvPr>
          <p:cNvCxnSpPr>
            <a:cxnSpLocks/>
          </p:cNvCxnSpPr>
          <p:nvPr userDrawn="1"/>
        </p:nvCxnSpPr>
        <p:spPr>
          <a:xfrm>
            <a:off x="11057682" y="0"/>
            <a:ext cx="0" cy="6858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66953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7D7B648-BE60-43F4-8E11-2AB267410D4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928264"/>
            <a:ext cx="5822209" cy="4427316"/>
          </a:xfrm>
          <a:custGeom>
            <a:avLst/>
            <a:gdLst>
              <a:gd name="connsiteX0" fmla="*/ 0 w 5822209"/>
              <a:gd name="connsiteY0" fmla="*/ 0 h 4427316"/>
              <a:gd name="connsiteX1" fmla="*/ 5822209 w 5822209"/>
              <a:gd name="connsiteY1" fmla="*/ 0 h 4427316"/>
              <a:gd name="connsiteX2" fmla="*/ 5822209 w 5822209"/>
              <a:gd name="connsiteY2" fmla="*/ 4427316 h 4427316"/>
              <a:gd name="connsiteX3" fmla="*/ 0 w 5822209"/>
              <a:gd name="connsiteY3" fmla="*/ 4427316 h 4427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22209" h="4427316">
                <a:moveTo>
                  <a:pt x="0" y="0"/>
                </a:moveTo>
                <a:lnTo>
                  <a:pt x="5822209" y="0"/>
                </a:lnTo>
                <a:lnTo>
                  <a:pt x="5822209" y="4427316"/>
                </a:lnTo>
                <a:lnTo>
                  <a:pt x="0" y="4427316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01B97752-63E3-7E41-86AA-8084AC3E48D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487905" y="4498670"/>
            <a:ext cx="4179375" cy="356462"/>
          </a:xfrm>
        </p:spPr>
        <p:txBody>
          <a:bodyPr lIns="0" rIns="0">
            <a:normAutofit/>
          </a:bodyPr>
          <a:lstStyle>
            <a:lvl1pPr marL="0" indent="0" algn="r">
              <a:buNone/>
              <a:defRPr sz="1800" b="0" i="0" cap="all" spc="3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45521CA-473D-274E-A252-50E49A3EFD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87905" y="1928264"/>
            <a:ext cx="4179376" cy="2387600"/>
          </a:xfrm>
        </p:spPr>
        <p:txBody>
          <a:bodyPr lIns="0" rIns="0" anchor="b">
            <a:normAutofit/>
          </a:bodyPr>
          <a:lstStyle>
            <a:lvl1pPr algn="r">
              <a:defRPr sz="4800" b="0" i="0" cap="all" baseline="0">
                <a:solidFill>
                  <a:schemeClr val="accent4">
                    <a:lumMod val="7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327254B-5501-7248-A89F-42912B5A8BD2}"/>
              </a:ext>
            </a:extLst>
          </p:cNvPr>
          <p:cNvCxnSpPr>
            <a:cxnSpLocks/>
          </p:cNvCxnSpPr>
          <p:nvPr userDrawn="1"/>
        </p:nvCxnSpPr>
        <p:spPr>
          <a:xfrm>
            <a:off x="0" y="1405468"/>
            <a:ext cx="1219200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70053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_4">
    <p:bg>
      <p:bgPr>
        <a:solidFill>
          <a:schemeClr val="accent4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21" descr="Woman on tablet ">
            <a:extLst>
              <a:ext uri="{FF2B5EF4-FFF2-40B4-BE49-F238E27FC236}">
                <a16:creationId xmlns:a16="http://schemas.microsoft.com/office/drawing/2014/main" id="{79F82B97-E9C9-C740-AE3A-A0BB4822DD8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24487" y="0"/>
            <a:ext cx="11067514" cy="6858000"/>
          </a:xfrm>
          <a:prstGeom prst="rect">
            <a:avLst/>
          </a:prstGeom>
          <a:solidFill>
            <a:schemeClr val="tx1"/>
          </a:solidFill>
        </p:spPr>
      </p:pic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7D7B648-BE60-43F4-8E11-2AB267410D4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24487" y="-1"/>
            <a:ext cx="11067514" cy="6857999"/>
          </a:xfrm>
          <a:custGeom>
            <a:avLst/>
            <a:gdLst>
              <a:gd name="connsiteX0" fmla="*/ 0 w 5822209"/>
              <a:gd name="connsiteY0" fmla="*/ 0 h 4427316"/>
              <a:gd name="connsiteX1" fmla="*/ 5822209 w 5822209"/>
              <a:gd name="connsiteY1" fmla="*/ 0 h 4427316"/>
              <a:gd name="connsiteX2" fmla="*/ 5822209 w 5822209"/>
              <a:gd name="connsiteY2" fmla="*/ 4427316 h 4427316"/>
              <a:gd name="connsiteX3" fmla="*/ 0 w 5822209"/>
              <a:gd name="connsiteY3" fmla="*/ 4427316 h 4427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22209" h="4427316">
                <a:moveTo>
                  <a:pt x="0" y="0"/>
                </a:moveTo>
                <a:lnTo>
                  <a:pt x="5822209" y="0"/>
                </a:lnTo>
                <a:lnTo>
                  <a:pt x="5822209" y="4427316"/>
                </a:lnTo>
                <a:lnTo>
                  <a:pt x="0" y="4427316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1662FCA-743F-AC4A-B6AC-269A9A26ECF8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524000" y="5286196"/>
            <a:ext cx="4179375" cy="356462"/>
          </a:xfrm>
        </p:spPr>
        <p:txBody>
          <a:bodyPr lIns="0" rIns="0">
            <a:normAutofit/>
          </a:bodyPr>
          <a:lstStyle>
            <a:lvl1pPr marL="0" indent="0">
              <a:buNone/>
              <a:defRPr sz="1800" b="0" i="0" cap="all" spc="30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BC2EA4E-1692-1548-A245-3DC65B856D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15790"/>
            <a:ext cx="4179376" cy="2387600"/>
          </a:xfrm>
        </p:spPr>
        <p:txBody>
          <a:bodyPr lIns="0" rIns="0" anchor="b">
            <a:normAutofit/>
          </a:bodyPr>
          <a:lstStyle>
            <a:lvl1pPr algn="l">
              <a:defRPr sz="4800" b="0" i="0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C4B436F-A511-A141-900B-BA20A19A1BCE}"/>
              </a:ext>
            </a:extLst>
          </p:cNvPr>
          <p:cNvCxnSpPr>
            <a:cxnSpLocks/>
          </p:cNvCxnSpPr>
          <p:nvPr userDrawn="1"/>
        </p:nvCxnSpPr>
        <p:spPr>
          <a:xfrm>
            <a:off x="1124487" y="0"/>
            <a:ext cx="0" cy="6858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DE6EAECC-05F5-4080-BFC7-8C409FC352A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0368" y="264467"/>
            <a:ext cx="811014" cy="811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0879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21" descr="Woman on tablet ">
            <a:extLst>
              <a:ext uri="{FF2B5EF4-FFF2-40B4-BE49-F238E27FC236}">
                <a16:creationId xmlns:a16="http://schemas.microsoft.com/office/drawing/2014/main" id="{79F82B97-E9C9-C740-AE3A-A0BB4822DD8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1" cy="6858000"/>
          </a:xfrm>
          <a:prstGeom prst="rect">
            <a:avLst/>
          </a:prstGeom>
          <a:solidFill>
            <a:schemeClr val="tx1"/>
          </a:solidFill>
        </p:spPr>
      </p:pic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7D7B648-BE60-43F4-8E11-2AB267410D4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-1"/>
            <a:ext cx="12192000" cy="6857999"/>
          </a:xfrm>
          <a:custGeom>
            <a:avLst/>
            <a:gdLst>
              <a:gd name="connsiteX0" fmla="*/ 0 w 5822209"/>
              <a:gd name="connsiteY0" fmla="*/ 0 h 4427316"/>
              <a:gd name="connsiteX1" fmla="*/ 5822209 w 5822209"/>
              <a:gd name="connsiteY1" fmla="*/ 0 h 4427316"/>
              <a:gd name="connsiteX2" fmla="*/ 5822209 w 5822209"/>
              <a:gd name="connsiteY2" fmla="*/ 4427316 h 4427316"/>
              <a:gd name="connsiteX3" fmla="*/ 0 w 5822209"/>
              <a:gd name="connsiteY3" fmla="*/ 4427316 h 4427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22209" h="4427316">
                <a:moveTo>
                  <a:pt x="0" y="0"/>
                </a:moveTo>
                <a:lnTo>
                  <a:pt x="5822209" y="0"/>
                </a:lnTo>
                <a:lnTo>
                  <a:pt x="5822209" y="4427316"/>
                </a:lnTo>
                <a:lnTo>
                  <a:pt x="0" y="4427316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1662FCA-743F-AC4A-B6AC-269A9A26ECF8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524000" y="5286196"/>
            <a:ext cx="4179375" cy="356462"/>
          </a:xfrm>
        </p:spPr>
        <p:txBody>
          <a:bodyPr lIns="0" rIns="0">
            <a:normAutofit/>
          </a:bodyPr>
          <a:lstStyle>
            <a:lvl1pPr marL="0" indent="0">
              <a:buNone/>
              <a:defRPr sz="1800" b="0" i="0" cap="all" spc="30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BC2EA4E-1692-1548-A245-3DC65B856D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15790"/>
            <a:ext cx="4179376" cy="2387600"/>
          </a:xfrm>
        </p:spPr>
        <p:txBody>
          <a:bodyPr lIns="0" rIns="0" anchor="b">
            <a:normAutofit/>
          </a:bodyPr>
          <a:lstStyle>
            <a:lvl1pPr algn="l">
              <a:defRPr sz="4800" b="0" i="0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A57CAA2-2658-B441-A787-4B54C65D3BF1}"/>
              </a:ext>
            </a:extLst>
          </p:cNvPr>
          <p:cNvCxnSpPr>
            <a:cxnSpLocks/>
          </p:cNvCxnSpPr>
          <p:nvPr userDrawn="1"/>
        </p:nvCxnSpPr>
        <p:spPr>
          <a:xfrm>
            <a:off x="0" y="5992966"/>
            <a:ext cx="12192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12387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w/Caption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1524000" y="3482977"/>
            <a:ext cx="10668000" cy="3375025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id-ID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5832AA92-D0AC-8247-A360-19A5932C4E3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338806" y="339644"/>
            <a:ext cx="5014993" cy="28065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800">
                <a:latin typeface="+mj-lt"/>
              </a:defRPr>
            </a:lvl1pPr>
            <a:lvl2pPr algn="l">
              <a:defRPr sz="1800">
                <a:latin typeface="+mj-lt"/>
              </a:defRPr>
            </a:lvl2pPr>
            <a:lvl3pPr algn="l">
              <a:defRPr sz="1800">
                <a:latin typeface="+mj-lt"/>
              </a:defRPr>
            </a:lvl3pPr>
            <a:lvl4pPr algn="l">
              <a:defRPr sz="1800">
                <a:latin typeface="+mj-lt"/>
              </a:defRPr>
            </a:lvl4pPr>
            <a:lvl5pPr algn="l">
              <a:defRPr sz="18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3AD9F76-09D6-0D4E-99ED-D9391C974A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39644"/>
            <a:ext cx="4179376" cy="2806512"/>
          </a:xfrm>
        </p:spPr>
        <p:txBody>
          <a:bodyPr lIns="0" rIns="0" anchor="ctr">
            <a:normAutofit/>
          </a:bodyPr>
          <a:lstStyle>
            <a:lvl1pPr algn="l">
              <a:defRPr sz="4800" b="0" i="0" cap="all" baseline="0">
                <a:solidFill>
                  <a:schemeClr val="accent4">
                    <a:lumMod val="7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2E583C8-CCA8-BB4A-B8AA-4ED85B62E67F}"/>
              </a:ext>
            </a:extLst>
          </p:cNvPr>
          <p:cNvCxnSpPr>
            <a:cxnSpLocks/>
          </p:cNvCxnSpPr>
          <p:nvPr userDrawn="1"/>
        </p:nvCxnSpPr>
        <p:spPr>
          <a:xfrm>
            <a:off x="1134319" y="0"/>
            <a:ext cx="0" cy="6858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C75E4DA3-29DF-4FF9-82FD-353EC78A390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0368" y="264467"/>
            <a:ext cx="811014" cy="811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26650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/Caption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0" y="3482977"/>
            <a:ext cx="10668000" cy="3375025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id-ID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5832AA92-D0AC-8247-A360-19A5932C4E3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5662" y="339644"/>
            <a:ext cx="5014993" cy="28065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800">
                <a:latin typeface="+mj-lt"/>
              </a:defRPr>
            </a:lvl1pPr>
            <a:lvl2pPr algn="l">
              <a:defRPr sz="1800">
                <a:latin typeface="+mj-lt"/>
              </a:defRPr>
            </a:lvl2pPr>
            <a:lvl3pPr algn="l">
              <a:defRPr sz="1800">
                <a:latin typeface="+mj-lt"/>
              </a:defRPr>
            </a:lvl3pPr>
            <a:lvl4pPr algn="l">
              <a:defRPr sz="1800">
                <a:latin typeface="+mj-lt"/>
              </a:defRPr>
            </a:lvl4pPr>
            <a:lvl5pPr algn="l">
              <a:defRPr sz="18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3AD9F76-09D6-0D4E-99ED-D9391C974A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0856" y="339644"/>
            <a:ext cx="4179376" cy="2806512"/>
          </a:xfrm>
        </p:spPr>
        <p:txBody>
          <a:bodyPr lIns="0" rIns="0" anchor="ctr">
            <a:normAutofit/>
          </a:bodyPr>
          <a:lstStyle>
            <a:lvl1pPr algn="l">
              <a:defRPr sz="4800" b="0" i="0" cap="all" baseline="0">
                <a:solidFill>
                  <a:schemeClr val="accent4">
                    <a:lumMod val="7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C8C2B99-ED08-1F48-BE5D-40E40D09C7B7}"/>
              </a:ext>
            </a:extLst>
          </p:cNvPr>
          <p:cNvCxnSpPr>
            <a:cxnSpLocks/>
          </p:cNvCxnSpPr>
          <p:nvPr userDrawn="1"/>
        </p:nvCxnSpPr>
        <p:spPr>
          <a:xfrm>
            <a:off x="11057682" y="0"/>
            <a:ext cx="0" cy="6858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88755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/Caption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608843" y="3482977"/>
            <a:ext cx="10961177" cy="3375025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id-ID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9B33817-49F3-B440-A271-466603AE1964}"/>
              </a:ext>
            </a:extLst>
          </p:cNvPr>
          <p:cNvCxnSpPr>
            <a:cxnSpLocks/>
          </p:cNvCxnSpPr>
          <p:nvPr userDrawn="1"/>
        </p:nvCxnSpPr>
        <p:spPr>
          <a:xfrm>
            <a:off x="0" y="421214"/>
            <a:ext cx="1219200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8576316B-7498-2E42-9B52-88BF1C9DF40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567465" y="568512"/>
            <a:ext cx="6002556" cy="28065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800">
                <a:latin typeface="+mj-lt"/>
              </a:defRPr>
            </a:lvl1pPr>
            <a:lvl2pPr algn="l">
              <a:defRPr sz="1800">
                <a:latin typeface="+mj-lt"/>
              </a:defRPr>
            </a:lvl2pPr>
            <a:lvl3pPr algn="l">
              <a:defRPr sz="1800">
                <a:latin typeface="+mj-lt"/>
              </a:defRPr>
            </a:lvl3pPr>
            <a:lvl4pPr algn="l">
              <a:defRPr sz="1800">
                <a:latin typeface="+mj-lt"/>
              </a:defRPr>
            </a:lvl4pPr>
            <a:lvl5pPr algn="l">
              <a:defRPr sz="18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451775DA-49A0-2F4D-9F21-5D20DA6BA9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8844" y="568512"/>
            <a:ext cx="4179376" cy="2806512"/>
          </a:xfrm>
        </p:spPr>
        <p:txBody>
          <a:bodyPr lIns="0" rIns="0" anchor="ctr">
            <a:normAutofit/>
          </a:bodyPr>
          <a:lstStyle>
            <a:lvl1pPr algn="l">
              <a:defRPr sz="4800" b="0" i="0" cap="all" baseline="0">
                <a:solidFill>
                  <a:schemeClr val="accent4">
                    <a:lumMod val="7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9645621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/Caption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0" y="3482977"/>
            <a:ext cx="12192000" cy="3375025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id-ID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0C0F668-C1BA-A349-A542-9E54E73E8178}"/>
              </a:ext>
            </a:extLst>
          </p:cNvPr>
          <p:cNvCxnSpPr>
            <a:cxnSpLocks/>
          </p:cNvCxnSpPr>
          <p:nvPr userDrawn="1"/>
        </p:nvCxnSpPr>
        <p:spPr>
          <a:xfrm>
            <a:off x="4961621" y="339644"/>
            <a:ext cx="0" cy="2806512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5832AA92-D0AC-8247-A360-19A5932C4E3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51244" y="339644"/>
            <a:ext cx="6002556" cy="28065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800">
                <a:latin typeface="+mj-lt"/>
              </a:defRPr>
            </a:lvl1pPr>
            <a:lvl2pPr algn="l">
              <a:defRPr sz="1800">
                <a:latin typeface="+mj-lt"/>
              </a:defRPr>
            </a:lvl2pPr>
            <a:lvl3pPr algn="l">
              <a:defRPr sz="1800">
                <a:latin typeface="+mj-lt"/>
              </a:defRPr>
            </a:lvl3pPr>
            <a:lvl4pPr algn="l">
              <a:defRPr sz="1800">
                <a:latin typeface="+mj-lt"/>
              </a:defRPr>
            </a:lvl4pPr>
            <a:lvl5pPr algn="l">
              <a:defRPr sz="18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3AD9F76-09D6-0D4E-99ED-D9391C974A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2623" y="339644"/>
            <a:ext cx="4179376" cy="2806512"/>
          </a:xfrm>
        </p:spPr>
        <p:txBody>
          <a:bodyPr lIns="0" rIns="0" anchor="ctr">
            <a:normAutofit/>
          </a:bodyPr>
          <a:lstStyle>
            <a:lvl1pPr algn="l">
              <a:defRPr sz="4800" b="0" i="0" cap="all" baseline="0">
                <a:solidFill>
                  <a:schemeClr val="accent4">
                    <a:lumMod val="7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8032671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/Caption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0" y="3482977"/>
            <a:ext cx="12192000" cy="3375025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id-ID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5832AA92-D0AC-8247-A360-19A5932C4E3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51244" y="568512"/>
            <a:ext cx="6002556" cy="28065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800">
                <a:latin typeface="+mj-lt"/>
              </a:defRPr>
            </a:lvl1pPr>
            <a:lvl2pPr algn="l">
              <a:defRPr sz="1800">
                <a:latin typeface="+mj-lt"/>
              </a:defRPr>
            </a:lvl2pPr>
            <a:lvl3pPr algn="l">
              <a:defRPr sz="1800">
                <a:latin typeface="+mj-lt"/>
              </a:defRPr>
            </a:lvl3pPr>
            <a:lvl4pPr algn="l">
              <a:defRPr sz="1800">
                <a:latin typeface="+mj-lt"/>
              </a:defRPr>
            </a:lvl4pPr>
            <a:lvl5pPr algn="l">
              <a:defRPr sz="18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3AD9F76-09D6-0D4E-99ED-D9391C974A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2623" y="568512"/>
            <a:ext cx="4179376" cy="2806512"/>
          </a:xfrm>
        </p:spPr>
        <p:txBody>
          <a:bodyPr lIns="0" rIns="0" anchor="ctr">
            <a:normAutofit/>
          </a:bodyPr>
          <a:lstStyle>
            <a:lvl1pPr algn="l">
              <a:defRPr sz="4800" b="0" i="0" cap="all" baseline="0">
                <a:solidFill>
                  <a:schemeClr val="accent4">
                    <a:lumMod val="7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6414763-7D4F-994A-AAA9-7DC46C19D816}"/>
              </a:ext>
            </a:extLst>
          </p:cNvPr>
          <p:cNvCxnSpPr>
            <a:cxnSpLocks/>
          </p:cNvCxnSpPr>
          <p:nvPr userDrawn="1"/>
        </p:nvCxnSpPr>
        <p:spPr>
          <a:xfrm>
            <a:off x="0" y="5992966"/>
            <a:ext cx="12192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67065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2DFD1-09C0-6845-8219-0846F32E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391E-143D-F948-ADAE-29AEA3C1EBFB}" type="datetimeFigureOut">
              <a:rPr lang="en-US" smtClean="0"/>
              <a:t>11/12/2024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D7355-C4D0-1F4D-A365-E4AF1D8FE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71307-5F5C-D847-B837-8C60542C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B04801C-3319-AC43-9484-8377A4F8F25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27321" y="339645"/>
            <a:ext cx="10134369" cy="1002552"/>
          </a:xfrm>
        </p:spPr>
        <p:txBody>
          <a:bodyPr lIns="0" rIns="0" anchor="b">
            <a:noAutofit/>
          </a:bodyPr>
          <a:lstStyle>
            <a:lvl1pPr algn="l">
              <a:defRPr sz="4500" b="0" i="0" cap="all" baseline="0">
                <a:solidFill>
                  <a:schemeClr val="accent4">
                    <a:lumMod val="7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TITLE GOEs HERE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81E455-9E6F-1B48-A537-F86699963276}"/>
              </a:ext>
            </a:extLst>
          </p:cNvPr>
          <p:cNvCxnSpPr>
            <a:cxnSpLocks/>
          </p:cNvCxnSpPr>
          <p:nvPr userDrawn="1"/>
        </p:nvCxnSpPr>
        <p:spPr>
          <a:xfrm>
            <a:off x="392623" y="1342197"/>
            <a:ext cx="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78CECE2-CD4D-4A44-927A-53FFE158AF1C}"/>
              </a:ext>
            </a:extLst>
          </p:cNvPr>
          <p:cNvCxnSpPr>
            <a:cxnSpLocks/>
          </p:cNvCxnSpPr>
          <p:nvPr userDrawn="1"/>
        </p:nvCxnSpPr>
        <p:spPr>
          <a:xfrm>
            <a:off x="1134319" y="0"/>
            <a:ext cx="0" cy="6858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1B2D7F8-9505-6148-BEA2-27C4290FF6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27321" y="2330824"/>
            <a:ext cx="4693727" cy="3846139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>
                <a:latin typeface="+mj-lt"/>
                <a:cs typeface="Calibri" panose="020F0502020204030204" pitchFamily="34" charset="0"/>
              </a:defRPr>
            </a:lvl1pPr>
            <a:lvl2pPr>
              <a:lnSpc>
                <a:spcPct val="100000"/>
              </a:lnSpc>
              <a:defRPr sz="1800">
                <a:latin typeface="+mj-lt"/>
                <a:cs typeface="Calibri" panose="020F0502020204030204" pitchFamily="34" charset="0"/>
              </a:defRPr>
            </a:lvl2pPr>
            <a:lvl3pPr>
              <a:lnSpc>
                <a:spcPct val="100000"/>
              </a:lnSpc>
              <a:defRPr sz="1800">
                <a:latin typeface="+mj-lt"/>
                <a:cs typeface="Calibri" panose="020F0502020204030204" pitchFamily="34" charset="0"/>
              </a:defRPr>
            </a:lvl3pPr>
            <a:lvl4pPr>
              <a:lnSpc>
                <a:spcPct val="100000"/>
              </a:lnSpc>
              <a:defRPr sz="1800">
                <a:latin typeface="+mj-lt"/>
                <a:cs typeface="Calibri" panose="020F0502020204030204" pitchFamily="34" charset="0"/>
              </a:defRPr>
            </a:lvl4pPr>
            <a:lvl5pPr>
              <a:lnSpc>
                <a:spcPct val="100000"/>
              </a:lnSpc>
              <a:defRPr sz="1800">
                <a:latin typeface="+mj-lt"/>
                <a:cs typeface="Calibri" panose="020F05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A9ADB053-F5D5-D34D-B6E3-A8AB7297F1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67963" y="2330824"/>
            <a:ext cx="4693727" cy="3846139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>
                <a:latin typeface="+mj-lt"/>
                <a:cs typeface="Calibri" panose="020F0502020204030204" pitchFamily="34" charset="0"/>
              </a:defRPr>
            </a:lvl1pPr>
            <a:lvl2pPr>
              <a:lnSpc>
                <a:spcPct val="100000"/>
              </a:lnSpc>
              <a:defRPr sz="1800">
                <a:latin typeface="+mj-lt"/>
                <a:cs typeface="Calibri" panose="020F0502020204030204" pitchFamily="34" charset="0"/>
              </a:defRPr>
            </a:lvl2pPr>
            <a:lvl3pPr>
              <a:lnSpc>
                <a:spcPct val="100000"/>
              </a:lnSpc>
              <a:defRPr sz="1800">
                <a:latin typeface="+mj-lt"/>
                <a:cs typeface="Calibri" panose="020F0502020204030204" pitchFamily="34" charset="0"/>
              </a:defRPr>
            </a:lvl3pPr>
            <a:lvl4pPr>
              <a:lnSpc>
                <a:spcPct val="100000"/>
              </a:lnSpc>
              <a:defRPr sz="1800">
                <a:latin typeface="+mj-lt"/>
                <a:cs typeface="Calibri" panose="020F0502020204030204" pitchFamily="34" charset="0"/>
              </a:defRPr>
            </a:lvl4pPr>
            <a:lvl5pPr>
              <a:lnSpc>
                <a:spcPct val="100000"/>
              </a:lnSpc>
              <a:defRPr sz="1800">
                <a:latin typeface="+mj-lt"/>
                <a:cs typeface="Calibri" panose="020F05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75E12F7-C53F-EB47-8D86-3CE7D6B2A8FB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627322" y="1468740"/>
            <a:ext cx="4731914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0C3895DE-E9F7-5A41-91A4-BC8DE509CF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67963" y="1468740"/>
            <a:ext cx="4695165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803A9FE-7621-4A78-942E-BEFA18E8C9F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0368" y="264467"/>
            <a:ext cx="811014" cy="811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7371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2DFD1-09C0-6845-8219-0846F32E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391E-143D-F948-ADAE-29AEA3C1EBFB}" type="datetimeFigureOut">
              <a:rPr lang="en-US" smtClean="0"/>
              <a:t>11/12/2024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D7355-C4D0-1F4D-A365-E4AF1D8FE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71307-5F5C-D847-B837-8C60542C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B04801C-3319-AC43-9484-8377A4F8F25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2623" y="339645"/>
            <a:ext cx="10134369" cy="1002552"/>
          </a:xfrm>
        </p:spPr>
        <p:txBody>
          <a:bodyPr lIns="0" rIns="0" anchor="b">
            <a:noAutofit/>
          </a:bodyPr>
          <a:lstStyle>
            <a:lvl1pPr algn="l">
              <a:defRPr sz="4500" b="0" i="0" cap="all" baseline="0">
                <a:solidFill>
                  <a:schemeClr val="accent4">
                    <a:lumMod val="7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TITLE GOEs HERE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81E455-9E6F-1B48-A537-F86699963276}"/>
              </a:ext>
            </a:extLst>
          </p:cNvPr>
          <p:cNvCxnSpPr>
            <a:cxnSpLocks/>
          </p:cNvCxnSpPr>
          <p:nvPr userDrawn="1"/>
        </p:nvCxnSpPr>
        <p:spPr>
          <a:xfrm>
            <a:off x="392623" y="1342197"/>
            <a:ext cx="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1B2D7F8-9505-6148-BEA2-27C4290FF6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92623" y="2330824"/>
            <a:ext cx="4693727" cy="3846139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>
                <a:latin typeface="+mj-lt"/>
                <a:cs typeface="Calibri" panose="020F0502020204030204" pitchFamily="34" charset="0"/>
              </a:defRPr>
            </a:lvl1pPr>
            <a:lvl2pPr>
              <a:lnSpc>
                <a:spcPct val="100000"/>
              </a:lnSpc>
              <a:defRPr sz="1800">
                <a:latin typeface="+mj-lt"/>
                <a:cs typeface="Calibri" panose="020F0502020204030204" pitchFamily="34" charset="0"/>
              </a:defRPr>
            </a:lvl2pPr>
            <a:lvl3pPr>
              <a:lnSpc>
                <a:spcPct val="100000"/>
              </a:lnSpc>
              <a:defRPr sz="1800">
                <a:latin typeface="+mj-lt"/>
                <a:cs typeface="Calibri" panose="020F0502020204030204" pitchFamily="34" charset="0"/>
              </a:defRPr>
            </a:lvl3pPr>
            <a:lvl4pPr>
              <a:lnSpc>
                <a:spcPct val="100000"/>
              </a:lnSpc>
              <a:defRPr sz="1800">
                <a:latin typeface="+mj-lt"/>
                <a:cs typeface="Calibri" panose="020F0502020204030204" pitchFamily="34" charset="0"/>
              </a:defRPr>
            </a:lvl4pPr>
            <a:lvl5pPr>
              <a:lnSpc>
                <a:spcPct val="100000"/>
              </a:lnSpc>
              <a:defRPr sz="1800">
                <a:latin typeface="+mj-lt"/>
                <a:cs typeface="Calibri" panose="020F05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A9ADB053-F5D5-D34D-B6E3-A8AB7297F1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33265" y="2330824"/>
            <a:ext cx="4693727" cy="3846139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>
                <a:latin typeface="+mj-lt"/>
                <a:cs typeface="Calibri" panose="020F0502020204030204" pitchFamily="34" charset="0"/>
              </a:defRPr>
            </a:lvl1pPr>
            <a:lvl2pPr>
              <a:lnSpc>
                <a:spcPct val="100000"/>
              </a:lnSpc>
              <a:defRPr sz="1800">
                <a:latin typeface="+mj-lt"/>
                <a:cs typeface="Calibri" panose="020F0502020204030204" pitchFamily="34" charset="0"/>
              </a:defRPr>
            </a:lvl2pPr>
            <a:lvl3pPr>
              <a:lnSpc>
                <a:spcPct val="100000"/>
              </a:lnSpc>
              <a:defRPr sz="1800">
                <a:latin typeface="+mj-lt"/>
                <a:cs typeface="Calibri" panose="020F0502020204030204" pitchFamily="34" charset="0"/>
              </a:defRPr>
            </a:lvl3pPr>
            <a:lvl4pPr>
              <a:lnSpc>
                <a:spcPct val="100000"/>
              </a:lnSpc>
              <a:defRPr sz="1800">
                <a:latin typeface="+mj-lt"/>
                <a:cs typeface="Calibri" panose="020F0502020204030204" pitchFamily="34" charset="0"/>
              </a:defRPr>
            </a:lvl4pPr>
            <a:lvl5pPr>
              <a:lnSpc>
                <a:spcPct val="100000"/>
              </a:lnSpc>
              <a:defRPr sz="1800">
                <a:latin typeface="+mj-lt"/>
                <a:cs typeface="Calibri" panose="020F05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75E12F7-C53F-EB47-8D86-3CE7D6B2A8FB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92624" y="1468740"/>
            <a:ext cx="4693726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0C3895DE-E9F7-5A41-91A4-BC8DE509CF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833265" y="1468740"/>
            <a:ext cx="4695165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28CCA37-00BD-0A43-8647-67DD0510A7E3}"/>
              </a:ext>
            </a:extLst>
          </p:cNvPr>
          <p:cNvCxnSpPr>
            <a:cxnSpLocks/>
          </p:cNvCxnSpPr>
          <p:nvPr userDrawn="1"/>
        </p:nvCxnSpPr>
        <p:spPr>
          <a:xfrm>
            <a:off x="11057682" y="0"/>
            <a:ext cx="0" cy="6858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919667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2DFD1-09C0-6845-8219-0846F32E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391E-143D-F948-ADAE-29AEA3C1EBFB}" type="datetimeFigureOut">
              <a:rPr lang="en-US" smtClean="0"/>
              <a:t>11/12/2024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D7355-C4D0-1F4D-A365-E4AF1D8FE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71307-5F5C-D847-B837-8C60542C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9CD5966-5C30-E943-A71E-F48460A377D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2623" y="339645"/>
            <a:ext cx="11369068" cy="1002552"/>
          </a:xfrm>
        </p:spPr>
        <p:txBody>
          <a:bodyPr lIns="0" rIns="0" anchor="b">
            <a:noAutofit/>
          </a:bodyPr>
          <a:lstStyle>
            <a:lvl1pPr algn="l">
              <a:defRPr sz="4500" b="0" i="0" cap="all" baseline="0">
                <a:solidFill>
                  <a:schemeClr val="accent4">
                    <a:lumMod val="7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TITLE GOEs HERE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F969977-F5DB-3A45-9E9E-556F0938C0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92623" y="2330824"/>
            <a:ext cx="5181600" cy="3846139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>
                <a:latin typeface="+mj-lt"/>
                <a:cs typeface="Calibri" panose="020F0502020204030204" pitchFamily="34" charset="0"/>
              </a:defRPr>
            </a:lvl1pPr>
            <a:lvl2pPr>
              <a:lnSpc>
                <a:spcPct val="100000"/>
              </a:lnSpc>
              <a:defRPr sz="1800">
                <a:latin typeface="+mj-lt"/>
                <a:cs typeface="Calibri" panose="020F0502020204030204" pitchFamily="34" charset="0"/>
              </a:defRPr>
            </a:lvl2pPr>
            <a:lvl3pPr>
              <a:lnSpc>
                <a:spcPct val="100000"/>
              </a:lnSpc>
              <a:defRPr sz="1800">
                <a:latin typeface="+mj-lt"/>
                <a:cs typeface="Calibri" panose="020F0502020204030204" pitchFamily="34" charset="0"/>
              </a:defRPr>
            </a:lvl3pPr>
            <a:lvl4pPr>
              <a:lnSpc>
                <a:spcPct val="100000"/>
              </a:lnSpc>
              <a:defRPr sz="1800">
                <a:latin typeface="+mj-lt"/>
                <a:cs typeface="Calibri" panose="020F0502020204030204" pitchFamily="34" charset="0"/>
              </a:defRPr>
            </a:lvl4pPr>
            <a:lvl5pPr>
              <a:lnSpc>
                <a:spcPct val="100000"/>
              </a:lnSpc>
              <a:defRPr sz="1800">
                <a:latin typeface="+mj-lt"/>
                <a:cs typeface="Calibri" panose="020F05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36D6BBCB-7852-8449-BC02-C5471A775B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330824"/>
            <a:ext cx="5181600" cy="3846139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>
                <a:latin typeface="+mj-lt"/>
                <a:cs typeface="Calibri" panose="020F0502020204030204" pitchFamily="34" charset="0"/>
              </a:defRPr>
            </a:lvl1pPr>
            <a:lvl2pPr>
              <a:lnSpc>
                <a:spcPct val="100000"/>
              </a:lnSpc>
              <a:defRPr sz="1800">
                <a:latin typeface="+mj-lt"/>
                <a:cs typeface="Calibri" panose="020F0502020204030204" pitchFamily="34" charset="0"/>
              </a:defRPr>
            </a:lvl2pPr>
            <a:lvl3pPr>
              <a:lnSpc>
                <a:spcPct val="100000"/>
              </a:lnSpc>
              <a:defRPr sz="1800">
                <a:latin typeface="+mj-lt"/>
                <a:cs typeface="Calibri" panose="020F0502020204030204" pitchFamily="34" charset="0"/>
              </a:defRPr>
            </a:lvl3pPr>
            <a:lvl4pPr>
              <a:lnSpc>
                <a:spcPct val="100000"/>
              </a:lnSpc>
              <a:defRPr sz="1800">
                <a:latin typeface="+mj-lt"/>
                <a:cs typeface="Calibri" panose="020F0502020204030204" pitchFamily="34" charset="0"/>
              </a:defRPr>
            </a:lvl4pPr>
            <a:lvl5pPr>
              <a:lnSpc>
                <a:spcPct val="100000"/>
              </a:lnSpc>
              <a:defRPr sz="1800">
                <a:latin typeface="+mj-lt"/>
                <a:cs typeface="Calibri" panose="020F05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25055FA-EC63-034E-B383-78552FAEA374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92623" y="1468740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163F1262-F0B7-5B4F-A1EE-7A2D9835E6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468740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5F5877A-6F1B-5C4C-8792-78CDE344D0E0}"/>
              </a:ext>
            </a:extLst>
          </p:cNvPr>
          <p:cNvCxnSpPr>
            <a:cxnSpLocks/>
          </p:cNvCxnSpPr>
          <p:nvPr userDrawn="1"/>
        </p:nvCxnSpPr>
        <p:spPr>
          <a:xfrm>
            <a:off x="392623" y="1405468"/>
            <a:ext cx="11369068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581641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5">
            <a:extLst>
              <a:ext uri="{FF2B5EF4-FFF2-40B4-BE49-F238E27FC236}">
                <a16:creationId xmlns:a16="http://schemas.microsoft.com/office/drawing/2014/main" id="{C5233AE2-5078-C34D-8EAD-6F7B344F524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" y="-1"/>
            <a:ext cx="12192000" cy="6857999"/>
          </a:xfrm>
          <a:custGeom>
            <a:avLst/>
            <a:gdLst>
              <a:gd name="connsiteX0" fmla="*/ 0 w 5822209"/>
              <a:gd name="connsiteY0" fmla="*/ 0 h 4427316"/>
              <a:gd name="connsiteX1" fmla="*/ 5822209 w 5822209"/>
              <a:gd name="connsiteY1" fmla="*/ 0 h 4427316"/>
              <a:gd name="connsiteX2" fmla="*/ 5822209 w 5822209"/>
              <a:gd name="connsiteY2" fmla="*/ 4427316 h 4427316"/>
              <a:gd name="connsiteX3" fmla="*/ 0 w 5822209"/>
              <a:gd name="connsiteY3" fmla="*/ 4427316 h 4427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22209" h="4427316">
                <a:moveTo>
                  <a:pt x="0" y="0"/>
                </a:moveTo>
                <a:lnTo>
                  <a:pt x="5822209" y="0"/>
                </a:lnTo>
                <a:lnTo>
                  <a:pt x="5822209" y="4427316"/>
                </a:lnTo>
                <a:lnTo>
                  <a:pt x="0" y="4427316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4699EEF-FB75-1A46-B6B6-39CCF65A9EA4}"/>
              </a:ext>
            </a:extLst>
          </p:cNvPr>
          <p:cNvCxnSpPr>
            <a:cxnSpLocks/>
          </p:cNvCxnSpPr>
          <p:nvPr userDrawn="1"/>
        </p:nvCxnSpPr>
        <p:spPr>
          <a:xfrm>
            <a:off x="0" y="5992966"/>
            <a:ext cx="12192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2DFD1-09C0-6845-8219-0846F32E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391E-143D-F948-ADAE-29AEA3C1EBFB}" type="datetimeFigureOut">
              <a:rPr lang="en-US" smtClean="0"/>
              <a:t>11/12/2024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D7355-C4D0-1F4D-A365-E4AF1D8FE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71307-5F5C-D847-B837-8C60542C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9CD5966-5C30-E943-A71E-F48460A377D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2623" y="339645"/>
            <a:ext cx="11369068" cy="1002552"/>
          </a:xfrm>
        </p:spPr>
        <p:txBody>
          <a:bodyPr lIns="0" rIns="0" anchor="b">
            <a:noAutofit/>
          </a:bodyPr>
          <a:lstStyle>
            <a:lvl1pPr algn="l">
              <a:defRPr sz="4500" b="0" i="0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TITLE GOEs HERE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F969977-F5DB-3A45-9E9E-556F0938C0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92623" y="2330824"/>
            <a:ext cx="5181600" cy="3846139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>
                <a:solidFill>
                  <a:schemeClr val="bg1"/>
                </a:solidFill>
                <a:latin typeface="+mj-lt"/>
                <a:cs typeface="Calibri" panose="020F0502020204030204" pitchFamily="34" charset="0"/>
              </a:defRPr>
            </a:lvl1pPr>
            <a:lvl2pPr>
              <a:lnSpc>
                <a:spcPct val="100000"/>
              </a:lnSpc>
              <a:defRPr sz="1800">
                <a:solidFill>
                  <a:schemeClr val="bg1"/>
                </a:solidFill>
                <a:latin typeface="+mj-lt"/>
                <a:cs typeface="Calibri" panose="020F0502020204030204" pitchFamily="34" charset="0"/>
              </a:defRPr>
            </a:lvl2pPr>
            <a:lvl3pPr>
              <a:lnSpc>
                <a:spcPct val="100000"/>
              </a:lnSpc>
              <a:defRPr sz="1800">
                <a:solidFill>
                  <a:schemeClr val="bg1"/>
                </a:solidFill>
                <a:latin typeface="+mj-lt"/>
                <a:cs typeface="Calibri" panose="020F0502020204030204" pitchFamily="34" charset="0"/>
              </a:defRPr>
            </a:lvl3pPr>
            <a:lvl4pPr>
              <a:lnSpc>
                <a:spcPct val="100000"/>
              </a:lnSpc>
              <a:defRPr sz="1800">
                <a:solidFill>
                  <a:schemeClr val="bg1"/>
                </a:solidFill>
                <a:latin typeface="+mj-lt"/>
                <a:cs typeface="Calibri" panose="020F0502020204030204" pitchFamily="34" charset="0"/>
              </a:defRPr>
            </a:lvl4pPr>
            <a:lvl5pPr>
              <a:lnSpc>
                <a:spcPct val="100000"/>
              </a:lnSpc>
              <a:defRPr sz="1800">
                <a:solidFill>
                  <a:schemeClr val="bg1"/>
                </a:solidFill>
                <a:latin typeface="+mj-lt"/>
                <a:cs typeface="Calibri" panose="020F05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36D6BBCB-7852-8449-BC02-C5471A775B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330824"/>
            <a:ext cx="5181600" cy="3846139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>
                <a:solidFill>
                  <a:schemeClr val="bg1"/>
                </a:solidFill>
                <a:latin typeface="+mj-lt"/>
                <a:cs typeface="Calibri" panose="020F0502020204030204" pitchFamily="34" charset="0"/>
              </a:defRPr>
            </a:lvl1pPr>
            <a:lvl2pPr>
              <a:lnSpc>
                <a:spcPct val="100000"/>
              </a:lnSpc>
              <a:defRPr sz="1800">
                <a:solidFill>
                  <a:schemeClr val="bg1"/>
                </a:solidFill>
                <a:latin typeface="+mj-lt"/>
                <a:cs typeface="Calibri" panose="020F0502020204030204" pitchFamily="34" charset="0"/>
              </a:defRPr>
            </a:lvl2pPr>
            <a:lvl3pPr>
              <a:lnSpc>
                <a:spcPct val="100000"/>
              </a:lnSpc>
              <a:defRPr sz="1800">
                <a:solidFill>
                  <a:schemeClr val="bg1"/>
                </a:solidFill>
                <a:latin typeface="+mj-lt"/>
                <a:cs typeface="Calibri" panose="020F0502020204030204" pitchFamily="34" charset="0"/>
              </a:defRPr>
            </a:lvl3pPr>
            <a:lvl4pPr>
              <a:lnSpc>
                <a:spcPct val="100000"/>
              </a:lnSpc>
              <a:defRPr sz="1800">
                <a:solidFill>
                  <a:schemeClr val="bg1"/>
                </a:solidFill>
                <a:latin typeface="+mj-lt"/>
                <a:cs typeface="Calibri" panose="020F0502020204030204" pitchFamily="34" charset="0"/>
              </a:defRPr>
            </a:lvl4pPr>
            <a:lvl5pPr>
              <a:lnSpc>
                <a:spcPct val="100000"/>
              </a:lnSpc>
              <a:defRPr sz="1800">
                <a:solidFill>
                  <a:schemeClr val="bg1"/>
                </a:solidFill>
                <a:latin typeface="+mj-lt"/>
                <a:cs typeface="Calibri" panose="020F05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25055FA-EC63-034E-B383-78552FAEA374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92623" y="1468740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solidFill>
                  <a:schemeClr val="bg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163F1262-F0B7-5B4F-A1EE-7A2D9835E6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468740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solidFill>
                  <a:schemeClr val="bg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5F5877A-6F1B-5C4C-8792-78CDE344D0E0}"/>
              </a:ext>
            </a:extLst>
          </p:cNvPr>
          <p:cNvCxnSpPr>
            <a:cxnSpLocks/>
          </p:cNvCxnSpPr>
          <p:nvPr userDrawn="1"/>
        </p:nvCxnSpPr>
        <p:spPr>
          <a:xfrm>
            <a:off x="392623" y="1405468"/>
            <a:ext cx="11369068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996902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392623" y="588936"/>
            <a:ext cx="11432584" cy="5976637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C41291C-383F-CF4B-AB8E-2B40741A62AF}"/>
              </a:ext>
            </a:extLst>
          </p:cNvPr>
          <p:cNvCxnSpPr>
            <a:cxnSpLocks/>
          </p:cNvCxnSpPr>
          <p:nvPr userDrawn="1"/>
        </p:nvCxnSpPr>
        <p:spPr>
          <a:xfrm>
            <a:off x="0" y="292426"/>
            <a:ext cx="12192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34C5937-11C0-4E5A-867C-7AB68EA53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7195771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392623" y="292426"/>
            <a:ext cx="10219457" cy="6273148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516C013-C8E5-B44C-B6D6-DE71D0CC52C4}"/>
              </a:ext>
            </a:extLst>
          </p:cNvPr>
          <p:cNvCxnSpPr>
            <a:cxnSpLocks/>
          </p:cNvCxnSpPr>
          <p:nvPr userDrawn="1"/>
        </p:nvCxnSpPr>
        <p:spPr>
          <a:xfrm>
            <a:off x="11057682" y="0"/>
            <a:ext cx="0" cy="6858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4E2D069-321B-434C-BB63-530EE51B6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247909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14450A-D9B9-48C3-AF0A-BFE32CE995A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214732" y="264467"/>
            <a:ext cx="811014" cy="811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18354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4">
    <p:bg>
      <p:bgPr>
        <a:solidFill>
          <a:schemeClr val="accent4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1134319" y="0"/>
            <a:ext cx="1105768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CA0415B-CCA3-7142-BDAA-6DAC63FB634C}"/>
              </a:ext>
            </a:extLst>
          </p:cNvPr>
          <p:cNvCxnSpPr>
            <a:cxnSpLocks/>
          </p:cNvCxnSpPr>
          <p:nvPr userDrawn="1"/>
        </p:nvCxnSpPr>
        <p:spPr>
          <a:xfrm>
            <a:off x="1124487" y="0"/>
            <a:ext cx="0" cy="6858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3040D77-4CF4-4BFB-9FFB-8C9746D39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2436" y="365125"/>
            <a:ext cx="9871364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750B47F-73B7-478E-80FF-7D818DAE8E4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0368" y="264467"/>
            <a:ext cx="811014" cy="811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26477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1999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3A34E77-65E8-214A-93DD-907ECB950F42}"/>
              </a:ext>
            </a:extLst>
          </p:cNvPr>
          <p:cNvCxnSpPr>
            <a:cxnSpLocks/>
          </p:cNvCxnSpPr>
          <p:nvPr userDrawn="1"/>
        </p:nvCxnSpPr>
        <p:spPr>
          <a:xfrm>
            <a:off x="0" y="5992966"/>
            <a:ext cx="12192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9C15D6B-DF62-4A31-87F3-2084A6C59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4789345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2DFD1-09C0-6845-8219-0846F32E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391E-143D-F948-ADAE-29AEA3C1EBFB}" type="datetimeFigureOut">
              <a:rPr lang="en-US" smtClean="0"/>
              <a:t>11/12/2024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D7355-C4D0-1F4D-A365-E4AF1D8FE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71307-5F5C-D847-B837-8C60542C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‹#›</a:t>
            </a:fld>
            <a:endParaRPr lang="en-US"/>
          </a:p>
        </p:txBody>
      </p: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E0B206EA-4BA0-3F4C-A4ED-E78F311CD8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93359" y="1"/>
            <a:ext cx="5198641" cy="6858002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id-ID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B04801C-3319-AC43-9484-8377A4F8F25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48661" y="339645"/>
            <a:ext cx="4890577" cy="1002552"/>
          </a:xfrm>
        </p:spPr>
        <p:txBody>
          <a:bodyPr lIns="0" rIns="0" anchor="b">
            <a:noAutofit/>
          </a:bodyPr>
          <a:lstStyle>
            <a:lvl1pPr algn="l">
              <a:defRPr sz="4500" b="0" i="0" cap="all" baseline="0">
                <a:solidFill>
                  <a:schemeClr val="accent4">
                    <a:lumMod val="7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TITLE GOEs HERE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67D640-AB06-EE4B-868D-F46A30705F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45581" y="1507066"/>
            <a:ext cx="4890578" cy="4849283"/>
          </a:xfrm>
        </p:spPr>
        <p:txBody>
          <a:bodyPr lIns="0" rIns="0" anchor="t"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1800">
                <a:latin typeface="+mj-lt"/>
              </a:defRPr>
            </a:lvl2pPr>
            <a:lvl3pPr marL="914400" indent="0">
              <a:lnSpc>
                <a:spcPct val="100000"/>
              </a:lnSpc>
              <a:buNone/>
              <a:defRPr sz="1800">
                <a:latin typeface="+mj-lt"/>
              </a:defRPr>
            </a:lvl3pPr>
            <a:lvl4pPr marL="1371600" indent="0">
              <a:lnSpc>
                <a:spcPct val="100000"/>
              </a:lnSpc>
              <a:buNone/>
              <a:defRPr sz="1800">
                <a:latin typeface="+mj-lt"/>
              </a:defRPr>
            </a:lvl4pPr>
            <a:lvl5pPr marL="1828800" indent="0">
              <a:lnSpc>
                <a:spcPct val="100000"/>
              </a:lnSpc>
              <a:buNone/>
              <a:defRPr sz="18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81E455-9E6F-1B48-A537-F86699963276}"/>
              </a:ext>
            </a:extLst>
          </p:cNvPr>
          <p:cNvCxnSpPr>
            <a:cxnSpLocks/>
          </p:cNvCxnSpPr>
          <p:nvPr userDrawn="1"/>
        </p:nvCxnSpPr>
        <p:spPr>
          <a:xfrm>
            <a:off x="392623" y="1342197"/>
            <a:ext cx="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B907ACF-A34F-FE4A-8511-B7FE12F69496}"/>
              </a:ext>
            </a:extLst>
          </p:cNvPr>
          <p:cNvCxnSpPr>
            <a:cxnSpLocks/>
          </p:cNvCxnSpPr>
          <p:nvPr userDrawn="1"/>
        </p:nvCxnSpPr>
        <p:spPr>
          <a:xfrm>
            <a:off x="1134319" y="0"/>
            <a:ext cx="0" cy="6858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FEBE5093-FF57-40F1-9DE0-0014749120E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0368" y="264467"/>
            <a:ext cx="811014" cy="811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25705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2DFD1-09C0-6845-8219-0846F32E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391E-143D-F948-ADAE-29AEA3C1EBFB}" type="datetimeFigureOut">
              <a:rPr lang="en-US" smtClean="0"/>
              <a:t>11/12/2024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D7355-C4D0-1F4D-A365-E4AF1D8FE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71307-5F5C-D847-B837-8C60542C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‹#›</a:t>
            </a:fld>
            <a:endParaRPr lang="en-US"/>
          </a:p>
        </p:txBody>
      </p: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E0B206EA-4BA0-3F4C-A4ED-E78F311CD8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5198641" cy="6858002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id-ID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B04801C-3319-AC43-9484-8377A4F8F25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711877" y="339645"/>
            <a:ext cx="4890577" cy="1002552"/>
          </a:xfrm>
        </p:spPr>
        <p:txBody>
          <a:bodyPr lIns="0" rIns="0" anchor="b">
            <a:noAutofit/>
          </a:bodyPr>
          <a:lstStyle>
            <a:lvl1pPr algn="l">
              <a:defRPr sz="4500" b="0" i="0" cap="all" baseline="0">
                <a:solidFill>
                  <a:schemeClr val="accent4">
                    <a:lumMod val="7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TITLE GOEs HERE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67D640-AB06-EE4B-868D-F46A30705F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08797" y="1507066"/>
            <a:ext cx="4890578" cy="4849283"/>
          </a:xfrm>
        </p:spPr>
        <p:txBody>
          <a:bodyPr lIns="0" rIns="0" anchor="t"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1800">
                <a:latin typeface="+mj-lt"/>
              </a:defRPr>
            </a:lvl2pPr>
            <a:lvl3pPr marL="914400" indent="0">
              <a:lnSpc>
                <a:spcPct val="100000"/>
              </a:lnSpc>
              <a:buNone/>
              <a:defRPr sz="1800">
                <a:latin typeface="+mj-lt"/>
              </a:defRPr>
            </a:lvl3pPr>
            <a:lvl4pPr marL="1371600" indent="0">
              <a:lnSpc>
                <a:spcPct val="100000"/>
              </a:lnSpc>
              <a:buNone/>
              <a:defRPr sz="1800">
                <a:latin typeface="+mj-lt"/>
              </a:defRPr>
            </a:lvl4pPr>
            <a:lvl5pPr marL="1828800" indent="0">
              <a:lnSpc>
                <a:spcPct val="100000"/>
              </a:lnSpc>
              <a:buNone/>
              <a:defRPr sz="18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81E455-9E6F-1B48-A537-F86699963276}"/>
              </a:ext>
            </a:extLst>
          </p:cNvPr>
          <p:cNvCxnSpPr>
            <a:cxnSpLocks/>
          </p:cNvCxnSpPr>
          <p:nvPr userDrawn="1"/>
        </p:nvCxnSpPr>
        <p:spPr>
          <a:xfrm>
            <a:off x="392623" y="1342197"/>
            <a:ext cx="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4037ED-B73E-2946-8FAC-2803EA71C585}"/>
              </a:ext>
            </a:extLst>
          </p:cNvPr>
          <p:cNvCxnSpPr>
            <a:cxnSpLocks/>
          </p:cNvCxnSpPr>
          <p:nvPr userDrawn="1"/>
        </p:nvCxnSpPr>
        <p:spPr>
          <a:xfrm>
            <a:off x="11057682" y="0"/>
            <a:ext cx="0" cy="6858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9A2B834C-828A-4F53-B1E9-B3DDD20F375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228586" y="264467"/>
            <a:ext cx="811014" cy="811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26729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_4">
    <p:bg>
      <p:bgPr>
        <a:solidFill>
          <a:schemeClr val="accent4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E0B206EA-4BA0-3F4C-A4ED-E78F311CD8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34319" y="1"/>
            <a:ext cx="11057681" cy="6858002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id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2DFD1-09C0-6845-8219-0846F32E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391E-143D-F948-ADAE-29AEA3C1EBFB}" type="datetimeFigureOut">
              <a:rPr lang="en-US" smtClean="0"/>
              <a:t>11/12/2024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D7355-C4D0-1F4D-A365-E4AF1D8FE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71307-5F5C-D847-B837-8C60542C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B04801C-3319-AC43-9484-8377A4F8F25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48661" y="339645"/>
            <a:ext cx="4890577" cy="1002552"/>
          </a:xfrm>
        </p:spPr>
        <p:txBody>
          <a:bodyPr lIns="0" rIns="0" anchor="b">
            <a:noAutofit/>
          </a:bodyPr>
          <a:lstStyle>
            <a:lvl1pPr algn="l">
              <a:defRPr sz="4500" b="0" i="0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TITLE GOEs HERE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67D640-AB06-EE4B-868D-F46A30705F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45581" y="1507066"/>
            <a:ext cx="4890578" cy="4849283"/>
          </a:xfrm>
        </p:spPr>
        <p:txBody>
          <a:bodyPr lIns="0" rIns="0" anchor="t"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  <a:latin typeface="+mj-lt"/>
              </a:defRPr>
            </a:lvl2pPr>
            <a:lvl3pPr marL="91440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  <a:latin typeface="+mj-lt"/>
              </a:defRPr>
            </a:lvl3pPr>
            <a:lvl4pPr marL="137160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  <a:latin typeface="+mj-lt"/>
              </a:defRPr>
            </a:lvl4pPr>
            <a:lvl5pPr marL="182880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81E455-9E6F-1B48-A537-F86699963276}"/>
              </a:ext>
            </a:extLst>
          </p:cNvPr>
          <p:cNvCxnSpPr>
            <a:cxnSpLocks/>
          </p:cNvCxnSpPr>
          <p:nvPr userDrawn="1"/>
        </p:nvCxnSpPr>
        <p:spPr>
          <a:xfrm>
            <a:off x="392623" y="1342197"/>
            <a:ext cx="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B907ACF-A34F-FE4A-8511-B7FE12F69496}"/>
              </a:ext>
            </a:extLst>
          </p:cNvPr>
          <p:cNvCxnSpPr>
            <a:cxnSpLocks/>
          </p:cNvCxnSpPr>
          <p:nvPr userDrawn="1"/>
        </p:nvCxnSpPr>
        <p:spPr>
          <a:xfrm>
            <a:off x="1124487" y="0"/>
            <a:ext cx="0" cy="6858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E05F3227-2A2C-4188-8D3A-2EDC6E3B8A4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0368" y="264467"/>
            <a:ext cx="811014" cy="811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39448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E0B206EA-4BA0-3F4C-A4ED-E78F311CD8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1"/>
            <a:ext cx="12192000" cy="6858002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id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2DFD1-09C0-6845-8219-0846F32E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391E-143D-F948-ADAE-29AEA3C1EBFB}" type="datetimeFigureOut">
              <a:rPr lang="en-US" smtClean="0"/>
              <a:t>11/12/2024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D7355-C4D0-1F4D-A365-E4AF1D8FE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71307-5F5C-D847-B837-8C60542C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81E455-9E6F-1B48-A537-F86699963276}"/>
              </a:ext>
            </a:extLst>
          </p:cNvPr>
          <p:cNvCxnSpPr>
            <a:cxnSpLocks/>
          </p:cNvCxnSpPr>
          <p:nvPr userDrawn="1"/>
        </p:nvCxnSpPr>
        <p:spPr>
          <a:xfrm>
            <a:off x="392623" y="1342197"/>
            <a:ext cx="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69E9592-D634-1947-B3FB-EB3B7F16FF28}"/>
              </a:ext>
            </a:extLst>
          </p:cNvPr>
          <p:cNvCxnSpPr>
            <a:cxnSpLocks/>
          </p:cNvCxnSpPr>
          <p:nvPr userDrawn="1"/>
        </p:nvCxnSpPr>
        <p:spPr>
          <a:xfrm>
            <a:off x="0" y="5992966"/>
            <a:ext cx="12192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6D456EAF-F3B8-AF4A-90FF-4B0693C56A3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2623" y="339645"/>
            <a:ext cx="4890577" cy="1002552"/>
          </a:xfrm>
        </p:spPr>
        <p:txBody>
          <a:bodyPr lIns="0" rIns="0" anchor="b">
            <a:noAutofit/>
          </a:bodyPr>
          <a:lstStyle>
            <a:lvl1pPr algn="l">
              <a:defRPr sz="4500" b="0" i="0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TITLE GOE HERE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F7FB4ADF-1B3E-A442-B2C9-518CBE7637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92624" y="1507066"/>
            <a:ext cx="4890578" cy="4849283"/>
          </a:xfrm>
        </p:spPr>
        <p:txBody>
          <a:bodyPr lIns="0" rIns="0" anchor="t"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  <a:latin typeface="+mj-lt"/>
              </a:defRPr>
            </a:lvl2pPr>
            <a:lvl3pPr marL="91440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  <a:latin typeface="+mj-lt"/>
              </a:defRPr>
            </a:lvl3pPr>
            <a:lvl4pPr marL="137160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  <a:latin typeface="+mj-lt"/>
              </a:defRPr>
            </a:lvl4pPr>
            <a:lvl5pPr marL="182880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4899669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 and Caption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5445942" y="292426"/>
            <a:ext cx="6297515" cy="6273148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7670D6E-CED1-EE4B-A761-0D1C7A246FD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45581" y="4418889"/>
            <a:ext cx="3289100" cy="637507"/>
          </a:xfrm>
        </p:spPr>
        <p:txBody>
          <a:bodyPr lIns="0" rIns="0" anchor="b">
            <a:noAutofit/>
          </a:bodyPr>
          <a:lstStyle>
            <a:lvl1pPr algn="l">
              <a:defRPr sz="4000" b="0" i="0" cap="all" baseline="0">
                <a:solidFill>
                  <a:schemeClr val="accent4">
                    <a:lumMod val="7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TITLE </a:t>
            </a:r>
            <a:br>
              <a:rPr lang="en-US"/>
            </a:br>
            <a:r>
              <a:rPr lang="en-US"/>
              <a:t>GOEs HERE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0DAC9D44-F28B-2B43-8B6F-260CB811AA3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45582" y="5080791"/>
            <a:ext cx="3289100" cy="1484783"/>
          </a:xfrm>
        </p:spPr>
        <p:txBody>
          <a:bodyPr lIns="0" rIns="0"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1400">
                <a:latin typeface="+mj-lt"/>
              </a:defRPr>
            </a:lvl2pPr>
            <a:lvl3pPr marL="914400" indent="0">
              <a:lnSpc>
                <a:spcPct val="100000"/>
              </a:lnSpc>
              <a:buNone/>
              <a:defRPr sz="1400">
                <a:latin typeface="+mj-lt"/>
              </a:defRPr>
            </a:lvl3pPr>
            <a:lvl4pPr marL="1371600" indent="0">
              <a:lnSpc>
                <a:spcPct val="100000"/>
              </a:lnSpc>
              <a:buNone/>
              <a:defRPr sz="1400">
                <a:latin typeface="+mj-lt"/>
              </a:defRPr>
            </a:lvl4pPr>
            <a:lvl5pPr marL="1828800" indent="0">
              <a:lnSpc>
                <a:spcPct val="100000"/>
              </a:lnSpc>
              <a:buNone/>
              <a:defRPr sz="14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76AC280-5A8D-B048-BECC-9C306F32508F}"/>
              </a:ext>
            </a:extLst>
          </p:cNvPr>
          <p:cNvCxnSpPr>
            <a:cxnSpLocks/>
          </p:cNvCxnSpPr>
          <p:nvPr userDrawn="1"/>
        </p:nvCxnSpPr>
        <p:spPr>
          <a:xfrm>
            <a:off x="1134319" y="0"/>
            <a:ext cx="0" cy="6858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9546B812-7EE9-47E2-9D5B-7062346029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0368" y="264467"/>
            <a:ext cx="811014" cy="811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67641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aption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346059" y="292426"/>
            <a:ext cx="6297515" cy="6273148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7670D6E-CED1-EE4B-A761-0D1C7A246FD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313354" y="4418889"/>
            <a:ext cx="3289100" cy="637507"/>
          </a:xfrm>
        </p:spPr>
        <p:txBody>
          <a:bodyPr lIns="0" rIns="0" anchor="b">
            <a:noAutofit/>
          </a:bodyPr>
          <a:lstStyle>
            <a:lvl1pPr algn="l">
              <a:defRPr sz="4000" b="0" i="0" cap="all" baseline="0">
                <a:solidFill>
                  <a:schemeClr val="accent4">
                    <a:lumMod val="7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TITLE </a:t>
            </a:r>
            <a:br>
              <a:rPr lang="en-US"/>
            </a:br>
            <a:r>
              <a:rPr lang="en-US"/>
              <a:t>GOES HERE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0DAC9D44-F28B-2B43-8B6F-260CB811AA3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13355" y="5080791"/>
            <a:ext cx="3289100" cy="1484783"/>
          </a:xfrm>
        </p:spPr>
        <p:txBody>
          <a:bodyPr lIns="0" rIns="0"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1400">
                <a:latin typeface="+mj-lt"/>
              </a:defRPr>
            </a:lvl2pPr>
            <a:lvl3pPr marL="914400" indent="0">
              <a:lnSpc>
                <a:spcPct val="100000"/>
              </a:lnSpc>
              <a:buNone/>
              <a:defRPr sz="1400">
                <a:latin typeface="+mj-lt"/>
              </a:defRPr>
            </a:lvl3pPr>
            <a:lvl4pPr marL="1371600" indent="0">
              <a:lnSpc>
                <a:spcPct val="100000"/>
              </a:lnSpc>
              <a:buNone/>
              <a:defRPr sz="1400">
                <a:latin typeface="+mj-lt"/>
              </a:defRPr>
            </a:lvl4pPr>
            <a:lvl5pPr marL="1828800" indent="0">
              <a:lnSpc>
                <a:spcPct val="100000"/>
              </a:lnSpc>
              <a:buNone/>
              <a:defRPr sz="14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39C4094-208E-7E4A-848A-F76A1573073A}"/>
              </a:ext>
            </a:extLst>
          </p:cNvPr>
          <p:cNvCxnSpPr>
            <a:cxnSpLocks/>
          </p:cNvCxnSpPr>
          <p:nvPr userDrawn="1"/>
        </p:nvCxnSpPr>
        <p:spPr>
          <a:xfrm>
            <a:off x="11057682" y="0"/>
            <a:ext cx="0" cy="6858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14A45F8D-E7F1-466F-96C6-312B3959D5C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228587" y="264467"/>
            <a:ext cx="811014" cy="811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35500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aption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5445942" y="292426"/>
            <a:ext cx="6297515" cy="6273148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7670D6E-CED1-EE4B-A761-0D1C7A246FD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2622" y="4418889"/>
            <a:ext cx="4609683" cy="637507"/>
          </a:xfrm>
        </p:spPr>
        <p:txBody>
          <a:bodyPr lIns="0" rIns="0" anchor="b">
            <a:noAutofit/>
          </a:bodyPr>
          <a:lstStyle>
            <a:lvl1pPr algn="l">
              <a:defRPr sz="4000" b="0" i="0" cap="all" baseline="0">
                <a:solidFill>
                  <a:schemeClr val="accent4">
                    <a:lumMod val="7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TITLE GOEs HERE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0DAC9D44-F28B-2B43-8B6F-260CB811AA3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92622" y="5080791"/>
            <a:ext cx="4609683" cy="1484783"/>
          </a:xfrm>
        </p:spPr>
        <p:txBody>
          <a:bodyPr lIns="0" rIns="0"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1400">
                <a:latin typeface="+mj-lt"/>
              </a:defRPr>
            </a:lvl2pPr>
            <a:lvl3pPr marL="914400" indent="0">
              <a:lnSpc>
                <a:spcPct val="100000"/>
              </a:lnSpc>
              <a:buNone/>
              <a:defRPr sz="1400">
                <a:latin typeface="+mj-lt"/>
              </a:defRPr>
            </a:lvl3pPr>
            <a:lvl4pPr marL="1371600" indent="0">
              <a:lnSpc>
                <a:spcPct val="100000"/>
              </a:lnSpc>
              <a:buNone/>
              <a:defRPr sz="1400">
                <a:latin typeface="+mj-lt"/>
              </a:defRPr>
            </a:lvl4pPr>
            <a:lvl5pPr marL="1828800" indent="0">
              <a:lnSpc>
                <a:spcPct val="100000"/>
              </a:lnSpc>
              <a:buNone/>
              <a:defRPr sz="14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BE71BC7-72EE-294C-9A39-61A77EE295A0}"/>
              </a:ext>
            </a:extLst>
          </p:cNvPr>
          <p:cNvCxnSpPr>
            <a:cxnSpLocks/>
          </p:cNvCxnSpPr>
          <p:nvPr userDrawn="1"/>
        </p:nvCxnSpPr>
        <p:spPr>
          <a:xfrm>
            <a:off x="392623" y="5080791"/>
            <a:ext cx="4609683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073EFAAB-12DE-41C1-B28F-32EDFD5F9F6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0368" y="264467"/>
            <a:ext cx="811014" cy="811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73849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aption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7670D6E-CED1-EE4B-A761-0D1C7A246FD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45581" y="4418889"/>
            <a:ext cx="3289100" cy="637507"/>
          </a:xfrm>
        </p:spPr>
        <p:txBody>
          <a:bodyPr lIns="0" rIns="0" anchor="b">
            <a:noAutofit/>
          </a:bodyPr>
          <a:lstStyle>
            <a:lvl1pPr algn="l">
              <a:defRPr sz="4000" b="0" i="0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TITLE </a:t>
            </a:r>
            <a:br>
              <a:rPr lang="en-US"/>
            </a:br>
            <a:r>
              <a:rPr lang="en-US"/>
              <a:t>GOEs HERE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0DAC9D44-F28B-2B43-8B6F-260CB811AA3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45582" y="5080791"/>
            <a:ext cx="3289100" cy="1484783"/>
          </a:xfrm>
        </p:spPr>
        <p:txBody>
          <a:bodyPr lIns="0" rIns="0"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2pPr>
            <a:lvl3pPr marL="91440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3pPr>
            <a:lvl4pPr marL="137160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4pPr>
            <a:lvl5pPr marL="182880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76AC280-5A8D-B048-BECC-9C306F32508F}"/>
              </a:ext>
            </a:extLst>
          </p:cNvPr>
          <p:cNvCxnSpPr>
            <a:cxnSpLocks/>
          </p:cNvCxnSpPr>
          <p:nvPr userDrawn="1"/>
        </p:nvCxnSpPr>
        <p:spPr>
          <a:xfrm>
            <a:off x="1134319" y="0"/>
            <a:ext cx="0" cy="6858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B29F6F90-18CD-4CF0-BB0E-4EF2C2F399F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0368" y="264467"/>
            <a:ext cx="811014" cy="811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90619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aption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1F4417F7-7CDE-DF44-9B0E-AC44EE99BF4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7670D6E-CED1-EE4B-A761-0D1C7A246FD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2622" y="3429000"/>
            <a:ext cx="4609683" cy="637507"/>
          </a:xfrm>
        </p:spPr>
        <p:txBody>
          <a:bodyPr lIns="0" rIns="0" anchor="b">
            <a:noAutofit/>
          </a:bodyPr>
          <a:lstStyle>
            <a:lvl1pPr algn="l">
              <a:defRPr sz="4000" b="0" i="0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TITLE GOEs HERE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0DAC9D44-F28B-2B43-8B6F-260CB811AA3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92622" y="4090902"/>
            <a:ext cx="4609683" cy="1484783"/>
          </a:xfrm>
        </p:spPr>
        <p:txBody>
          <a:bodyPr lIns="0" rIns="0"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2pPr>
            <a:lvl3pPr marL="91440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3pPr>
            <a:lvl4pPr marL="137160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4pPr>
            <a:lvl5pPr marL="182880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9F22032-BAB9-744C-B14E-54350BBD1C71}"/>
              </a:ext>
            </a:extLst>
          </p:cNvPr>
          <p:cNvCxnSpPr>
            <a:cxnSpLocks/>
          </p:cNvCxnSpPr>
          <p:nvPr userDrawn="1"/>
        </p:nvCxnSpPr>
        <p:spPr>
          <a:xfrm>
            <a:off x="0" y="5992966"/>
            <a:ext cx="12192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523809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2DFD1-09C0-6845-8219-0846F32E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F9F391E-143D-F948-ADAE-29AEA3C1EBFB}" type="datetimeFigureOut">
              <a:rPr lang="en-US" smtClean="0"/>
              <a:t>11/12/2024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D7355-C4D0-1F4D-A365-E4AF1D8FE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71307-5F5C-D847-B837-8C60542C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B04801C-3319-AC43-9484-8377A4F8F25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2622" y="339645"/>
            <a:ext cx="10219457" cy="1002552"/>
          </a:xfrm>
        </p:spPr>
        <p:txBody>
          <a:bodyPr lIns="0" rIns="0" anchor="b">
            <a:noAutofit/>
          </a:bodyPr>
          <a:lstStyle>
            <a:lvl1pPr algn="l">
              <a:defRPr sz="4500" b="0" i="0" cap="all" baseline="0">
                <a:solidFill>
                  <a:schemeClr val="accent4">
                    <a:lumMod val="75000"/>
                  </a:schemeClr>
                </a:solidFill>
                <a:latin typeface="+mj-lt"/>
              </a:defRPr>
            </a:lvl1pPr>
          </a:lstStyle>
          <a:p>
            <a:r>
              <a:rPr lang="en-US" noProof="0"/>
              <a:t>TITLE GOEs HERE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81E455-9E6F-1B48-A537-F86699963276}"/>
              </a:ext>
            </a:extLst>
          </p:cNvPr>
          <p:cNvCxnSpPr>
            <a:cxnSpLocks/>
          </p:cNvCxnSpPr>
          <p:nvPr userDrawn="1"/>
        </p:nvCxnSpPr>
        <p:spPr>
          <a:xfrm>
            <a:off x="392623" y="1342197"/>
            <a:ext cx="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: Rounded Corners 16">
            <a:extLst>
              <a:ext uri="{FF2B5EF4-FFF2-40B4-BE49-F238E27FC236}">
                <a16:creationId xmlns:a16="http://schemas.microsoft.com/office/drawing/2014/main" id="{B3776AA3-9860-D247-8A43-85FD58FFFD43}"/>
              </a:ext>
            </a:extLst>
          </p:cNvPr>
          <p:cNvSpPr/>
          <p:nvPr/>
        </p:nvSpPr>
        <p:spPr>
          <a:xfrm>
            <a:off x="392622" y="2294008"/>
            <a:ext cx="506948" cy="506948"/>
          </a:xfrm>
          <a:prstGeom prst="roundRect">
            <a:avLst/>
          </a:prstGeom>
          <a:noFill/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A07194D-FDC6-4941-AE99-5ED1F7F4C58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4682" y="2366353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7" name="Rectangle: Rounded Corners 16">
            <a:extLst>
              <a:ext uri="{FF2B5EF4-FFF2-40B4-BE49-F238E27FC236}">
                <a16:creationId xmlns:a16="http://schemas.microsoft.com/office/drawing/2014/main" id="{F5244B71-4557-B64C-8C28-456C7623AE5B}"/>
              </a:ext>
            </a:extLst>
          </p:cNvPr>
          <p:cNvSpPr/>
          <p:nvPr userDrawn="1"/>
        </p:nvSpPr>
        <p:spPr>
          <a:xfrm>
            <a:off x="392622" y="3519693"/>
            <a:ext cx="506948" cy="506948"/>
          </a:xfrm>
          <a:prstGeom prst="roundRect">
            <a:avLst/>
          </a:prstGeom>
          <a:noFill/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58" name="Picture Placeholder 5">
            <a:extLst>
              <a:ext uri="{FF2B5EF4-FFF2-40B4-BE49-F238E27FC236}">
                <a16:creationId xmlns:a16="http://schemas.microsoft.com/office/drawing/2014/main" id="{B12F4613-2BD8-E54D-A2E0-8707A28A10A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64682" y="3592038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61" name="Rectangle: Rounded Corners 16">
            <a:extLst>
              <a:ext uri="{FF2B5EF4-FFF2-40B4-BE49-F238E27FC236}">
                <a16:creationId xmlns:a16="http://schemas.microsoft.com/office/drawing/2014/main" id="{1A5F3004-02A9-1E43-A3E5-8ABCD5ED1A1C}"/>
              </a:ext>
            </a:extLst>
          </p:cNvPr>
          <p:cNvSpPr/>
          <p:nvPr userDrawn="1"/>
        </p:nvSpPr>
        <p:spPr>
          <a:xfrm>
            <a:off x="392622" y="4784289"/>
            <a:ext cx="506948" cy="506948"/>
          </a:xfrm>
          <a:prstGeom prst="roundRect">
            <a:avLst/>
          </a:prstGeom>
          <a:noFill/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62" name="Picture Placeholder 5">
            <a:extLst>
              <a:ext uri="{FF2B5EF4-FFF2-40B4-BE49-F238E27FC236}">
                <a16:creationId xmlns:a16="http://schemas.microsoft.com/office/drawing/2014/main" id="{1A844DD7-EE1E-F04F-91C7-38039BFF204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4682" y="4856634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98" name="Rectangle: Rounded Corners 16">
            <a:extLst>
              <a:ext uri="{FF2B5EF4-FFF2-40B4-BE49-F238E27FC236}">
                <a16:creationId xmlns:a16="http://schemas.microsoft.com/office/drawing/2014/main" id="{491E125D-06D1-A343-A3C9-CBC63A66CDC0}"/>
              </a:ext>
            </a:extLst>
          </p:cNvPr>
          <p:cNvSpPr/>
          <p:nvPr userDrawn="1"/>
        </p:nvSpPr>
        <p:spPr>
          <a:xfrm>
            <a:off x="5605550" y="2294008"/>
            <a:ext cx="506948" cy="506948"/>
          </a:xfrm>
          <a:prstGeom prst="roundRect">
            <a:avLst/>
          </a:prstGeom>
          <a:noFill/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99" name="Picture Placeholder 5">
            <a:extLst>
              <a:ext uri="{FF2B5EF4-FFF2-40B4-BE49-F238E27FC236}">
                <a16:creationId xmlns:a16="http://schemas.microsoft.com/office/drawing/2014/main" id="{26670858-0422-9546-B0BD-9B2D594140B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683052" y="2366353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00" name="Rectangle: Rounded Corners 16">
            <a:extLst>
              <a:ext uri="{FF2B5EF4-FFF2-40B4-BE49-F238E27FC236}">
                <a16:creationId xmlns:a16="http://schemas.microsoft.com/office/drawing/2014/main" id="{9DDF7684-5C6D-B344-A059-87C2BDD8657A}"/>
              </a:ext>
            </a:extLst>
          </p:cNvPr>
          <p:cNvSpPr/>
          <p:nvPr userDrawn="1"/>
        </p:nvSpPr>
        <p:spPr>
          <a:xfrm>
            <a:off x="5610992" y="3519693"/>
            <a:ext cx="506948" cy="506948"/>
          </a:xfrm>
          <a:prstGeom prst="roundRect">
            <a:avLst/>
          </a:prstGeom>
          <a:noFill/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01" name="Picture Placeholder 5">
            <a:extLst>
              <a:ext uri="{FF2B5EF4-FFF2-40B4-BE49-F238E27FC236}">
                <a16:creationId xmlns:a16="http://schemas.microsoft.com/office/drawing/2014/main" id="{72578CBB-F47F-C740-982B-BA1719663CC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683052" y="3592038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02" name="Rectangle: Rounded Corners 16">
            <a:extLst>
              <a:ext uri="{FF2B5EF4-FFF2-40B4-BE49-F238E27FC236}">
                <a16:creationId xmlns:a16="http://schemas.microsoft.com/office/drawing/2014/main" id="{FE14D617-9285-9D4D-84E4-7BBD145B397E}"/>
              </a:ext>
            </a:extLst>
          </p:cNvPr>
          <p:cNvSpPr/>
          <p:nvPr userDrawn="1"/>
        </p:nvSpPr>
        <p:spPr>
          <a:xfrm>
            <a:off x="5610992" y="4784289"/>
            <a:ext cx="506948" cy="506948"/>
          </a:xfrm>
          <a:prstGeom prst="roundRect">
            <a:avLst/>
          </a:prstGeom>
          <a:noFill/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03" name="Picture Placeholder 5">
            <a:extLst>
              <a:ext uri="{FF2B5EF4-FFF2-40B4-BE49-F238E27FC236}">
                <a16:creationId xmlns:a16="http://schemas.microsoft.com/office/drawing/2014/main" id="{32A1D8CC-0021-A243-9775-CF930D41B94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5683052" y="4856634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07" name="Text Placeholder 10">
            <a:extLst>
              <a:ext uri="{FF2B5EF4-FFF2-40B4-BE49-F238E27FC236}">
                <a16:creationId xmlns:a16="http://schemas.microsoft.com/office/drawing/2014/main" id="{8867B6C6-0A29-A04E-BAE5-B9060225E12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222571" y="2512451"/>
            <a:ext cx="3995035" cy="426685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09" name="Text Placeholder 2">
            <a:extLst>
              <a:ext uri="{FF2B5EF4-FFF2-40B4-BE49-F238E27FC236}">
                <a16:creationId xmlns:a16="http://schemas.microsoft.com/office/drawing/2014/main" id="{9DF49D7C-2E08-9348-9C2B-0496EF9612DF}"/>
              </a:ext>
            </a:extLst>
          </p:cNvPr>
          <p:cNvSpPr>
            <a:spLocks noGrp="1"/>
          </p:cNvSpPr>
          <p:nvPr>
            <p:ph type="body" idx="26"/>
          </p:nvPr>
        </p:nvSpPr>
        <p:spPr>
          <a:xfrm>
            <a:off x="1222570" y="2265592"/>
            <a:ext cx="3995036" cy="365095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0" cap="all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10" name="Text Placeholder 10">
            <a:extLst>
              <a:ext uri="{FF2B5EF4-FFF2-40B4-BE49-F238E27FC236}">
                <a16:creationId xmlns:a16="http://schemas.microsoft.com/office/drawing/2014/main" id="{2733402A-D14F-6D48-A59D-329C3824DD2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222571" y="3745506"/>
            <a:ext cx="3995035" cy="426685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11" name="Text Placeholder 2">
            <a:extLst>
              <a:ext uri="{FF2B5EF4-FFF2-40B4-BE49-F238E27FC236}">
                <a16:creationId xmlns:a16="http://schemas.microsoft.com/office/drawing/2014/main" id="{3886AD51-641D-6B44-B558-2B15E88D1BC5}"/>
              </a:ext>
            </a:extLst>
          </p:cNvPr>
          <p:cNvSpPr>
            <a:spLocks noGrp="1"/>
          </p:cNvSpPr>
          <p:nvPr>
            <p:ph type="body" idx="28"/>
          </p:nvPr>
        </p:nvSpPr>
        <p:spPr>
          <a:xfrm>
            <a:off x="1222570" y="3498647"/>
            <a:ext cx="3995036" cy="365095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0" cap="all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12" name="Text Placeholder 10">
            <a:extLst>
              <a:ext uri="{FF2B5EF4-FFF2-40B4-BE49-F238E27FC236}">
                <a16:creationId xmlns:a16="http://schemas.microsoft.com/office/drawing/2014/main" id="{C00297CA-1F0B-4C44-852F-CF6FEA9F948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222571" y="5006270"/>
            <a:ext cx="3995035" cy="426685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13" name="Text Placeholder 2">
            <a:extLst>
              <a:ext uri="{FF2B5EF4-FFF2-40B4-BE49-F238E27FC236}">
                <a16:creationId xmlns:a16="http://schemas.microsoft.com/office/drawing/2014/main" id="{3F704107-F38D-E044-8226-ACDDEDEDC605}"/>
              </a:ext>
            </a:extLst>
          </p:cNvPr>
          <p:cNvSpPr>
            <a:spLocks noGrp="1"/>
          </p:cNvSpPr>
          <p:nvPr>
            <p:ph type="body" idx="30"/>
          </p:nvPr>
        </p:nvSpPr>
        <p:spPr>
          <a:xfrm>
            <a:off x="1222570" y="4759411"/>
            <a:ext cx="3995036" cy="365095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0" cap="all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4" name="Text Placeholder 10">
            <a:extLst>
              <a:ext uri="{FF2B5EF4-FFF2-40B4-BE49-F238E27FC236}">
                <a16:creationId xmlns:a16="http://schemas.microsoft.com/office/drawing/2014/main" id="{7A332327-16D9-9B48-8EAC-A4F377D5904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500441" y="2512451"/>
            <a:ext cx="3995035" cy="426685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5" name="Text Placeholder 2">
            <a:extLst>
              <a:ext uri="{FF2B5EF4-FFF2-40B4-BE49-F238E27FC236}">
                <a16:creationId xmlns:a16="http://schemas.microsoft.com/office/drawing/2014/main" id="{8EB0263B-D418-C14A-A00B-092B5EB5C515}"/>
              </a:ext>
            </a:extLst>
          </p:cNvPr>
          <p:cNvSpPr>
            <a:spLocks noGrp="1"/>
          </p:cNvSpPr>
          <p:nvPr>
            <p:ph type="body" idx="34"/>
          </p:nvPr>
        </p:nvSpPr>
        <p:spPr>
          <a:xfrm>
            <a:off x="6500441" y="2265592"/>
            <a:ext cx="3995036" cy="365095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0" cap="all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6" name="Text Placeholder 10">
            <a:extLst>
              <a:ext uri="{FF2B5EF4-FFF2-40B4-BE49-F238E27FC236}">
                <a16:creationId xmlns:a16="http://schemas.microsoft.com/office/drawing/2014/main" id="{53CC49A6-2AB5-664B-9A6C-56D70E1382D7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500441" y="3745506"/>
            <a:ext cx="3995035" cy="426685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7" name="Text Placeholder 2">
            <a:extLst>
              <a:ext uri="{FF2B5EF4-FFF2-40B4-BE49-F238E27FC236}">
                <a16:creationId xmlns:a16="http://schemas.microsoft.com/office/drawing/2014/main" id="{718CCABC-AF06-5241-8D13-EB2F4637D435}"/>
              </a:ext>
            </a:extLst>
          </p:cNvPr>
          <p:cNvSpPr>
            <a:spLocks noGrp="1"/>
          </p:cNvSpPr>
          <p:nvPr>
            <p:ph type="body" idx="36"/>
          </p:nvPr>
        </p:nvSpPr>
        <p:spPr>
          <a:xfrm>
            <a:off x="6500441" y="3498647"/>
            <a:ext cx="3995036" cy="365095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0" cap="all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8" name="Text Placeholder 10">
            <a:extLst>
              <a:ext uri="{FF2B5EF4-FFF2-40B4-BE49-F238E27FC236}">
                <a16:creationId xmlns:a16="http://schemas.microsoft.com/office/drawing/2014/main" id="{5119242C-1FE8-C140-9349-8172F954E3CB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500441" y="5006270"/>
            <a:ext cx="3995035" cy="426685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9" name="Text Placeholder 2">
            <a:extLst>
              <a:ext uri="{FF2B5EF4-FFF2-40B4-BE49-F238E27FC236}">
                <a16:creationId xmlns:a16="http://schemas.microsoft.com/office/drawing/2014/main" id="{23F2AE0B-3E70-BB47-8FBC-FE66A5A297BD}"/>
              </a:ext>
            </a:extLst>
          </p:cNvPr>
          <p:cNvSpPr>
            <a:spLocks noGrp="1"/>
          </p:cNvSpPr>
          <p:nvPr>
            <p:ph type="body" idx="38"/>
          </p:nvPr>
        </p:nvSpPr>
        <p:spPr>
          <a:xfrm>
            <a:off x="6500441" y="4759411"/>
            <a:ext cx="3995036" cy="365095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0" cap="all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58A232C0-1AC5-164D-B8B6-CC8F07CF2E21}"/>
              </a:ext>
            </a:extLst>
          </p:cNvPr>
          <p:cNvCxnSpPr>
            <a:cxnSpLocks/>
          </p:cNvCxnSpPr>
          <p:nvPr userDrawn="1"/>
        </p:nvCxnSpPr>
        <p:spPr>
          <a:xfrm>
            <a:off x="11057682" y="0"/>
            <a:ext cx="0" cy="6858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Picture 31">
            <a:extLst>
              <a:ext uri="{FF2B5EF4-FFF2-40B4-BE49-F238E27FC236}">
                <a16:creationId xmlns:a16="http://schemas.microsoft.com/office/drawing/2014/main" id="{355476EB-D52B-48AD-9E0B-02F94D9CE13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214381" y="264467"/>
            <a:ext cx="811014" cy="811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3075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2DFD1-09C0-6845-8219-0846F32E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F9F391E-143D-F948-ADAE-29AEA3C1EBFB}" type="datetimeFigureOut">
              <a:rPr lang="en-US" smtClean="0"/>
              <a:t>11/12/2024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D7355-C4D0-1F4D-A365-E4AF1D8FE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71307-5F5C-D847-B837-8C60542C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B04801C-3319-AC43-9484-8377A4F8F25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2623" y="339645"/>
            <a:ext cx="11369068" cy="1002552"/>
          </a:xfrm>
        </p:spPr>
        <p:txBody>
          <a:bodyPr lIns="0" rIns="0" anchor="b">
            <a:noAutofit/>
          </a:bodyPr>
          <a:lstStyle>
            <a:lvl1pPr algn="l">
              <a:defRPr sz="4500" b="0" i="0" cap="all" baseline="0">
                <a:solidFill>
                  <a:schemeClr val="accent4">
                    <a:lumMod val="7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TITLE GOEs HERE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81E455-9E6F-1B48-A537-F86699963276}"/>
              </a:ext>
            </a:extLst>
          </p:cNvPr>
          <p:cNvCxnSpPr>
            <a:cxnSpLocks/>
          </p:cNvCxnSpPr>
          <p:nvPr userDrawn="1"/>
        </p:nvCxnSpPr>
        <p:spPr>
          <a:xfrm>
            <a:off x="392623" y="1342197"/>
            <a:ext cx="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CF93E56-30EE-384E-9A8A-090C645582DB}"/>
              </a:ext>
            </a:extLst>
          </p:cNvPr>
          <p:cNvCxnSpPr>
            <a:cxnSpLocks/>
          </p:cNvCxnSpPr>
          <p:nvPr userDrawn="1"/>
        </p:nvCxnSpPr>
        <p:spPr>
          <a:xfrm>
            <a:off x="392623" y="1405468"/>
            <a:ext cx="11369068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: Rounded Corners 16">
            <a:extLst>
              <a:ext uri="{FF2B5EF4-FFF2-40B4-BE49-F238E27FC236}">
                <a16:creationId xmlns:a16="http://schemas.microsoft.com/office/drawing/2014/main" id="{B3776AA3-9860-D247-8A43-85FD58FFFD43}"/>
              </a:ext>
            </a:extLst>
          </p:cNvPr>
          <p:cNvSpPr/>
          <p:nvPr/>
        </p:nvSpPr>
        <p:spPr>
          <a:xfrm>
            <a:off x="392623" y="2356447"/>
            <a:ext cx="506948" cy="506948"/>
          </a:xfrm>
          <a:prstGeom prst="roundRect">
            <a:avLst/>
          </a:prstGeom>
          <a:noFill/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A07194D-FDC6-4941-AE99-5ED1F7F4C58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4683" y="2428792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7" name="Rectangle: Rounded Corners 16">
            <a:extLst>
              <a:ext uri="{FF2B5EF4-FFF2-40B4-BE49-F238E27FC236}">
                <a16:creationId xmlns:a16="http://schemas.microsoft.com/office/drawing/2014/main" id="{F5244B71-4557-B64C-8C28-456C7623AE5B}"/>
              </a:ext>
            </a:extLst>
          </p:cNvPr>
          <p:cNvSpPr/>
          <p:nvPr userDrawn="1"/>
        </p:nvSpPr>
        <p:spPr>
          <a:xfrm>
            <a:off x="392623" y="3582132"/>
            <a:ext cx="506948" cy="506948"/>
          </a:xfrm>
          <a:prstGeom prst="roundRect">
            <a:avLst/>
          </a:prstGeom>
          <a:noFill/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58" name="Picture Placeholder 5">
            <a:extLst>
              <a:ext uri="{FF2B5EF4-FFF2-40B4-BE49-F238E27FC236}">
                <a16:creationId xmlns:a16="http://schemas.microsoft.com/office/drawing/2014/main" id="{B12F4613-2BD8-E54D-A2E0-8707A28A10A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64683" y="3654477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61" name="Rectangle: Rounded Corners 16">
            <a:extLst>
              <a:ext uri="{FF2B5EF4-FFF2-40B4-BE49-F238E27FC236}">
                <a16:creationId xmlns:a16="http://schemas.microsoft.com/office/drawing/2014/main" id="{1A5F3004-02A9-1E43-A3E5-8ABCD5ED1A1C}"/>
              </a:ext>
            </a:extLst>
          </p:cNvPr>
          <p:cNvSpPr/>
          <p:nvPr userDrawn="1"/>
        </p:nvSpPr>
        <p:spPr>
          <a:xfrm>
            <a:off x="392623" y="4846728"/>
            <a:ext cx="506948" cy="506948"/>
          </a:xfrm>
          <a:prstGeom prst="roundRect">
            <a:avLst/>
          </a:prstGeom>
          <a:noFill/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62" name="Picture Placeholder 5">
            <a:extLst>
              <a:ext uri="{FF2B5EF4-FFF2-40B4-BE49-F238E27FC236}">
                <a16:creationId xmlns:a16="http://schemas.microsoft.com/office/drawing/2014/main" id="{1A844DD7-EE1E-F04F-91C7-38039BFF204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4683" y="4919073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98" name="Rectangle: Rounded Corners 16">
            <a:extLst>
              <a:ext uri="{FF2B5EF4-FFF2-40B4-BE49-F238E27FC236}">
                <a16:creationId xmlns:a16="http://schemas.microsoft.com/office/drawing/2014/main" id="{491E125D-06D1-A343-A3C9-CBC63A66CDC0}"/>
              </a:ext>
            </a:extLst>
          </p:cNvPr>
          <p:cNvSpPr/>
          <p:nvPr userDrawn="1"/>
        </p:nvSpPr>
        <p:spPr>
          <a:xfrm>
            <a:off x="6472581" y="2356447"/>
            <a:ext cx="506948" cy="506948"/>
          </a:xfrm>
          <a:prstGeom prst="roundRect">
            <a:avLst/>
          </a:prstGeom>
          <a:noFill/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99" name="Picture Placeholder 5">
            <a:extLst>
              <a:ext uri="{FF2B5EF4-FFF2-40B4-BE49-F238E27FC236}">
                <a16:creationId xmlns:a16="http://schemas.microsoft.com/office/drawing/2014/main" id="{26670858-0422-9546-B0BD-9B2D594140B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544641" y="2428792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00" name="Rectangle: Rounded Corners 16">
            <a:extLst>
              <a:ext uri="{FF2B5EF4-FFF2-40B4-BE49-F238E27FC236}">
                <a16:creationId xmlns:a16="http://schemas.microsoft.com/office/drawing/2014/main" id="{9DDF7684-5C6D-B344-A059-87C2BDD8657A}"/>
              </a:ext>
            </a:extLst>
          </p:cNvPr>
          <p:cNvSpPr/>
          <p:nvPr userDrawn="1"/>
        </p:nvSpPr>
        <p:spPr>
          <a:xfrm>
            <a:off x="6472581" y="3582132"/>
            <a:ext cx="506948" cy="506948"/>
          </a:xfrm>
          <a:prstGeom prst="roundRect">
            <a:avLst/>
          </a:prstGeom>
          <a:noFill/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01" name="Picture Placeholder 5">
            <a:extLst>
              <a:ext uri="{FF2B5EF4-FFF2-40B4-BE49-F238E27FC236}">
                <a16:creationId xmlns:a16="http://schemas.microsoft.com/office/drawing/2014/main" id="{72578CBB-F47F-C740-982B-BA1719663CC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544641" y="3654477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02" name="Rectangle: Rounded Corners 16">
            <a:extLst>
              <a:ext uri="{FF2B5EF4-FFF2-40B4-BE49-F238E27FC236}">
                <a16:creationId xmlns:a16="http://schemas.microsoft.com/office/drawing/2014/main" id="{FE14D617-9285-9D4D-84E4-7BBD145B397E}"/>
              </a:ext>
            </a:extLst>
          </p:cNvPr>
          <p:cNvSpPr/>
          <p:nvPr userDrawn="1"/>
        </p:nvSpPr>
        <p:spPr>
          <a:xfrm>
            <a:off x="6472581" y="4846728"/>
            <a:ext cx="506948" cy="506948"/>
          </a:xfrm>
          <a:prstGeom prst="roundRect">
            <a:avLst/>
          </a:prstGeom>
          <a:noFill/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03" name="Picture Placeholder 5">
            <a:extLst>
              <a:ext uri="{FF2B5EF4-FFF2-40B4-BE49-F238E27FC236}">
                <a16:creationId xmlns:a16="http://schemas.microsoft.com/office/drawing/2014/main" id="{32A1D8CC-0021-A243-9775-CF930D41B94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544641" y="4919073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07" name="Text Placeholder 10">
            <a:extLst>
              <a:ext uri="{FF2B5EF4-FFF2-40B4-BE49-F238E27FC236}">
                <a16:creationId xmlns:a16="http://schemas.microsoft.com/office/drawing/2014/main" id="{8867B6C6-0A29-A04E-BAE5-B9060225E12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213862" y="2574890"/>
            <a:ext cx="4411704" cy="365077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09" name="Text Placeholder 2">
            <a:extLst>
              <a:ext uri="{FF2B5EF4-FFF2-40B4-BE49-F238E27FC236}">
                <a16:creationId xmlns:a16="http://schemas.microsoft.com/office/drawing/2014/main" id="{9DF49D7C-2E08-9348-9C2B-0496EF9612DF}"/>
              </a:ext>
            </a:extLst>
          </p:cNvPr>
          <p:cNvSpPr>
            <a:spLocks noGrp="1"/>
          </p:cNvSpPr>
          <p:nvPr>
            <p:ph type="body" idx="26"/>
          </p:nvPr>
        </p:nvSpPr>
        <p:spPr>
          <a:xfrm>
            <a:off x="1213862" y="2328032"/>
            <a:ext cx="4411705" cy="312380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0" cap="all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10" name="Text Placeholder 10">
            <a:extLst>
              <a:ext uri="{FF2B5EF4-FFF2-40B4-BE49-F238E27FC236}">
                <a16:creationId xmlns:a16="http://schemas.microsoft.com/office/drawing/2014/main" id="{2733402A-D14F-6D48-A59D-329C3824DD2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213862" y="3807945"/>
            <a:ext cx="4411704" cy="365077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11" name="Text Placeholder 2">
            <a:extLst>
              <a:ext uri="{FF2B5EF4-FFF2-40B4-BE49-F238E27FC236}">
                <a16:creationId xmlns:a16="http://schemas.microsoft.com/office/drawing/2014/main" id="{3886AD51-641D-6B44-B558-2B15E88D1BC5}"/>
              </a:ext>
            </a:extLst>
          </p:cNvPr>
          <p:cNvSpPr>
            <a:spLocks noGrp="1"/>
          </p:cNvSpPr>
          <p:nvPr>
            <p:ph type="body" idx="28"/>
          </p:nvPr>
        </p:nvSpPr>
        <p:spPr>
          <a:xfrm>
            <a:off x="1213862" y="3561087"/>
            <a:ext cx="4411705" cy="312380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0" cap="all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12" name="Text Placeholder 10">
            <a:extLst>
              <a:ext uri="{FF2B5EF4-FFF2-40B4-BE49-F238E27FC236}">
                <a16:creationId xmlns:a16="http://schemas.microsoft.com/office/drawing/2014/main" id="{C00297CA-1F0B-4C44-852F-CF6FEA9F948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213862" y="5068709"/>
            <a:ext cx="4411704" cy="365077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13" name="Text Placeholder 2">
            <a:extLst>
              <a:ext uri="{FF2B5EF4-FFF2-40B4-BE49-F238E27FC236}">
                <a16:creationId xmlns:a16="http://schemas.microsoft.com/office/drawing/2014/main" id="{3F704107-F38D-E044-8226-ACDDEDEDC605}"/>
              </a:ext>
            </a:extLst>
          </p:cNvPr>
          <p:cNvSpPr>
            <a:spLocks noGrp="1"/>
          </p:cNvSpPr>
          <p:nvPr>
            <p:ph type="body" idx="30"/>
          </p:nvPr>
        </p:nvSpPr>
        <p:spPr>
          <a:xfrm>
            <a:off x="1213862" y="4821851"/>
            <a:ext cx="4411705" cy="312380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0" cap="all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4" name="Text Placeholder 10">
            <a:extLst>
              <a:ext uri="{FF2B5EF4-FFF2-40B4-BE49-F238E27FC236}">
                <a16:creationId xmlns:a16="http://schemas.microsoft.com/office/drawing/2014/main" id="{7A332327-16D9-9B48-8EAC-A4F377D5904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358765" y="2574890"/>
            <a:ext cx="4411704" cy="365077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5" name="Text Placeholder 2">
            <a:extLst>
              <a:ext uri="{FF2B5EF4-FFF2-40B4-BE49-F238E27FC236}">
                <a16:creationId xmlns:a16="http://schemas.microsoft.com/office/drawing/2014/main" id="{8EB0263B-D418-C14A-A00B-092B5EB5C515}"/>
              </a:ext>
            </a:extLst>
          </p:cNvPr>
          <p:cNvSpPr>
            <a:spLocks noGrp="1"/>
          </p:cNvSpPr>
          <p:nvPr>
            <p:ph type="body" idx="34"/>
          </p:nvPr>
        </p:nvSpPr>
        <p:spPr>
          <a:xfrm>
            <a:off x="7358764" y="2328032"/>
            <a:ext cx="4411705" cy="312380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0" cap="all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6" name="Text Placeholder 10">
            <a:extLst>
              <a:ext uri="{FF2B5EF4-FFF2-40B4-BE49-F238E27FC236}">
                <a16:creationId xmlns:a16="http://schemas.microsoft.com/office/drawing/2014/main" id="{53CC49A6-2AB5-664B-9A6C-56D70E1382D7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358765" y="3807945"/>
            <a:ext cx="4411704" cy="365077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7" name="Text Placeholder 2">
            <a:extLst>
              <a:ext uri="{FF2B5EF4-FFF2-40B4-BE49-F238E27FC236}">
                <a16:creationId xmlns:a16="http://schemas.microsoft.com/office/drawing/2014/main" id="{718CCABC-AF06-5241-8D13-EB2F4637D435}"/>
              </a:ext>
            </a:extLst>
          </p:cNvPr>
          <p:cNvSpPr>
            <a:spLocks noGrp="1"/>
          </p:cNvSpPr>
          <p:nvPr>
            <p:ph type="body" idx="36"/>
          </p:nvPr>
        </p:nvSpPr>
        <p:spPr>
          <a:xfrm>
            <a:off x="7358764" y="3561087"/>
            <a:ext cx="4411705" cy="312380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0" cap="all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8" name="Text Placeholder 10">
            <a:extLst>
              <a:ext uri="{FF2B5EF4-FFF2-40B4-BE49-F238E27FC236}">
                <a16:creationId xmlns:a16="http://schemas.microsoft.com/office/drawing/2014/main" id="{5119242C-1FE8-C140-9349-8172F954E3CB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358765" y="5068709"/>
            <a:ext cx="4411704" cy="365077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9" name="Text Placeholder 2">
            <a:extLst>
              <a:ext uri="{FF2B5EF4-FFF2-40B4-BE49-F238E27FC236}">
                <a16:creationId xmlns:a16="http://schemas.microsoft.com/office/drawing/2014/main" id="{23F2AE0B-3E70-BB47-8FBC-FE66A5A297BD}"/>
              </a:ext>
            </a:extLst>
          </p:cNvPr>
          <p:cNvSpPr>
            <a:spLocks noGrp="1"/>
          </p:cNvSpPr>
          <p:nvPr>
            <p:ph type="body" idx="38"/>
          </p:nvPr>
        </p:nvSpPr>
        <p:spPr>
          <a:xfrm>
            <a:off x="7358764" y="4821851"/>
            <a:ext cx="4411705" cy="312380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0" cap="all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402679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icture Placeholder 5">
            <a:extLst>
              <a:ext uri="{FF2B5EF4-FFF2-40B4-BE49-F238E27FC236}">
                <a16:creationId xmlns:a16="http://schemas.microsoft.com/office/drawing/2014/main" id="{D2B2CC15-A5D6-7646-B184-255F86FB708E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0" y="0"/>
            <a:ext cx="12191999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2DFD1-09C0-6845-8219-0846F32E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F9F391E-143D-F948-ADAE-29AEA3C1EBFB}" type="datetimeFigureOut">
              <a:rPr lang="en-US" smtClean="0"/>
              <a:pPr/>
              <a:t>11/12/2024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D7355-C4D0-1F4D-A365-E4AF1D8FE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71307-5F5C-D847-B837-8C60542C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1FEFF75-79D2-EE46-877B-299D1510E68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B04801C-3319-AC43-9484-8377A4F8F25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48661" y="339645"/>
            <a:ext cx="10113030" cy="1002552"/>
          </a:xfrm>
        </p:spPr>
        <p:txBody>
          <a:bodyPr lIns="0" rIns="0" anchor="b">
            <a:noAutofit/>
          </a:bodyPr>
          <a:lstStyle>
            <a:lvl1pPr algn="l">
              <a:defRPr sz="4500" b="0" i="0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TITLE GOEs HERE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81E455-9E6F-1B48-A537-F86699963276}"/>
              </a:ext>
            </a:extLst>
          </p:cNvPr>
          <p:cNvCxnSpPr>
            <a:cxnSpLocks/>
          </p:cNvCxnSpPr>
          <p:nvPr userDrawn="1"/>
        </p:nvCxnSpPr>
        <p:spPr>
          <a:xfrm>
            <a:off x="392623" y="1342197"/>
            <a:ext cx="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A07194D-FDC6-4941-AE99-5ED1F7F4C58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730896" y="2366353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8" name="Picture Placeholder 5">
            <a:extLst>
              <a:ext uri="{FF2B5EF4-FFF2-40B4-BE49-F238E27FC236}">
                <a16:creationId xmlns:a16="http://schemas.microsoft.com/office/drawing/2014/main" id="{B12F4613-2BD8-E54D-A2E0-8707A28A10A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730896" y="3592038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2" name="Picture Placeholder 5">
            <a:extLst>
              <a:ext uri="{FF2B5EF4-FFF2-40B4-BE49-F238E27FC236}">
                <a16:creationId xmlns:a16="http://schemas.microsoft.com/office/drawing/2014/main" id="{1A844DD7-EE1E-F04F-91C7-38039BFF204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730896" y="4856634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9" name="Picture Placeholder 5">
            <a:extLst>
              <a:ext uri="{FF2B5EF4-FFF2-40B4-BE49-F238E27FC236}">
                <a16:creationId xmlns:a16="http://schemas.microsoft.com/office/drawing/2014/main" id="{26670858-0422-9546-B0BD-9B2D594140B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949266" y="2366353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1" name="Picture Placeholder 5">
            <a:extLst>
              <a:ext uri="{FF2B5EF4-FFF2-40B4-BE49-F238E27FC236}">
                <a16:creationId xmlns:a16="http://schemas.microsoft.com/office/drawing/2014/main" id="{72578CBB-F47F-C740-982B-BA1719663CC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949266" y="3592038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3" name="Picture Placeholder 5">
            <a:extLst>
              <a:ext uri="{FF2B5EF4-FFF2-40B4-BE49-F238E27FC236}">
                <a16:creationId xmlns:a16="http://schemas.microsoft.com/office/drawing/2014/main" id="{32A1D8CC-0021-A243-9775-CF930D41B94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949266" y="4856634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7" name="Text Placeholder 10">
            <a:extLst>
              <a:ext uri="{FF2B5EF4-FFF2-40B4-BE49-F238E27FC236}">
                <a16:creationId xmlns:a16="http://schemas.microsoft.com/office/drawing/2014/main" id="{8867B6C6-0A29-A04E-BAE5-B9060225E12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488785" y="2512451"/>
            <a:ext cx="3995035" cy="426685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9" name="Text Placeholder 2">
            <a:extLst>
              <a:ext uri="{FF2B5EF4-FFF2-40B4-BE49-F238E27FC236}">
                <a16:creationId xmlns:a16="http://schemas.microsoft.com/office/drawing/2014/main" id="{9DF49D7C-2E08-9348-9C2B-0496EF9612DF}"/>
              </a:ext>
            </a:extLst>
          </p:cNvPr>
          <p:cNvSpPr>
            <a:spLocks noGrp="1"/>
          </p:cNvSpPr>
          <p:nvPr>
            <p:ph type="body" idx="26"/>
          </p:nvPr>
        </p:nvSpPr>
        <p:spPr>
          <a:xfrm>
            <a:off x="2488784" y="2265592"/>
            <a:ext cx="3995036" cy="365095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0" cap="all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0" name="Text Placeholder 10">
            <a:extLst>
              <a:ext uri="{FF2B5EF4-FFF2-40B4-BE49-F238E27FC236}">
                <a16:creationId xmlns:a16="http://schemas.microsoft.com/office/drawing/2014/main" id="{2733402A-D14F-6D48-A59D-329C3824DD2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2488785" y="3745506"/>
            <a:ext cx="3995035" cy="426685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1" name="Text Placeholder 2">
            <a:extLst>
              <a:ext uri="{FF2B5EF4-FFF2-40B4-BE49-F238E27FC236}">
                <a16:creationId xmlns:a16="http://schemas.microsoft.com/office/drawing/2014/main" id="{3886AD51-641D-6B44-B558-2B15E88D1BC5}"/>
              </a:ext>
            </a:extLst>
          </p:cNvPr>
          <p:cNvSpPr>
            <a:spLocks noGrp="1"/>
          </p:cNvSpPr>
          <p:nvPr>
            <p:ph type="body" idx="28"/>
          </p:nvPr>
        </p:nvSpPr>
        <p:spPr>
          <a:xfrm>
            <a:off x="2488784" y="3498647"/>
            <a:ext cx="3995036" cy="365095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0" cap="all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2" name="Text Placeholder 10">
            <a:extLst>
              <a:ext uri="{FF2B5EF4-FFF2-40B4-BE49-F238E27FC236}">
                <a16:creationId xmlns:a16="http://schemas.microsoft.com/office/drawing/2014/main" id="{C00297CA-1F0B-4C44-852F-CF6FEA9F948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2488785" y="5006270"/>
            <a:ext cx="3995035" cy="426685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3" name="Text Placeholder 2">
            <a:extLst>
              <a:ext uri="{FF2B5EF4-FFF2-40B4-BE49-F238E27FC236}">
                <a16:creationId xmlns:a16="http://schemas.microsoft.com/office/drawing/2014/main" id="{3F704107-F38D-E044-8226-ACDDEDEDC605}"/>
              </a:ext>
            </a:extLst>
          </p:cNvPr>
          <p:cNvSpPr>
            <a:spLocks noGrp="1"/>
          </p:cNvSpPr>
          <p:nvPr>
            <p:ph type="body" idx="30"/>
          </p:nvPr>
        </p:nvSpPr>
        <p:spPr>
          <a:xfrm>
            <a:off x="2488784" y="4759411"/>
            <a:ext cx="3995036" cy="365095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0" cap="all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4" name="Text Placeholder 10">
            <a:extLst>
              <a:ext uri="{FF2B5EF4-FFF2-40B4-BE49-F238E27FC236}">
                <a16:creationId xmlns:a16="http://schemas.microsoft.com/office/drawing/2014/main" id="{7A332327-16D9-9B48-8EAC-A4F377D5904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66655" y="2512451"/>
            <a:ext cx="3995035" cy="426685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5" name="Text Placeholder 2">
            <a:extLst>
              <a:ext uri="{FF2B5EF4-FFF2-40B4-BE49-F238E27FC236}">
                <a16:creationId xmlns:a16="http://schemas.microsoft.com/office/drawing/2014/main" id="{8EB0263B-D418-C14A-A00B-092B5EB5C515}"/>
              </a:ext>
            </a:extLst>
          </p:cNvPr>
          <p:cNvSpPr>
            <a:spLocks noGrp="1"/>
          </p:cNvSpPr>
          <p:nvPr>
            <p:ph type="body" idx="34"/>
          </p:nvPr>
        </p:nvSpPr>
        <p:spPr>
          <a:xfrm>
            <a:off x="7766655" y="2265592"/>
            <a:ext cx="3995036" cy="365095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0" cap="all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6" name="Text Placeholder 10">
            <a:extLst>
              <a:ext uri="{FF2B5EF4-FFF2-40B4-BE49-F238E27FC236}">
                <a16:creationId xmlns:a16="http://schemas.microsoft.com/office/drawing/2014/main" id="{53CC49A6-2AB5-664B-9A6C-56D70E1382D7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766655" y="3745506"/>
            <a:ext cx="3995035" cy="426685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7" name="Text Placeholder 2">
            <a:extLst>
              <a:ext uri="{FF2B5EF4-FFF2-40B4-BE49-F238E27FC236}">
                <a16:creationId xmlns:a16="http://schemas.microsoft.com/office/drawing/2014/main" id="{718CCABC-AF06-5241-8D13-EB2F4637D435}"/>
              </a:ext>
            </a:extLst>
          </p:cNvPr>
          <p:cNvSpPr>
            <a:spLocks noGrp="1"/>
          </p:cNvSpPr>
          <p:nvPr>
            <p:ph type="body" idx="36"/>
          </p:nvPr>
        </p:nvSpPr>
        <p:spPr>
          <a:xfrm>
            <a:off x="7766655" y="3498647"/>
            <a:ext cx="3995036" cy="365095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0" cap="all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8" name="Text Placeholder 10">
            <a:extLst>
              <a:ext uri="{FF2B5EF4-FFF2-40B4-BE49-F238E27FC236}">
                <a16:creationId xmlns:a16="http://schemas.microsoft.com/office/drawing/2014/main" id="{5119242C-1FE8-C140-9349-8172F954E3CB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766655" y="5006270"/>
            <a:ext cx="3995035" cy="426685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9" name="Text Placeholder 2">
            <a:extLst>
              <a:ext uri="{FF2B5EF4-FFF2-40B4-BE49-F238E27FC236}">
                <a16:creationId xmlns:a16="http://schemas.microsoft.com/office/drawing/2014/main" id="{23F2AE0B-3E70-BB47-8FBC-FE66A5A297BD}"/>
              </a:ext>
            </a:extLst>
          </p:cNvPr>
          <p:cNvSpPr>
            <a:spLocks noGrp="1"/>
          </p:cNvSpPr>
          <p:nvPr>
            <p:ph type="body" idx="38"/>
          </p:nvPr>
        </p:nvSpPr>
        <p:spPr>
          <a:xfrm>
            <a:off x="7766655" y="4759411"/>
            <a:ext cx="3995036" cy="365095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0" cap="all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2D604C81-B013-4641-9B16-5E9ECBD30CBA}"/>
              </a:ext>
            </a:extLst>
          </p:cNvPr>
          <p:cNvCxnSpPr>
            <a:cxnSpLocks/>
          </p:cNvCxnSpPr>
          <p:nvPr userDrawn="1"/>
        </p:nvCxnSpPr>
        <p:spPr>
          <a:xfrm>
            <a:off x="1134319" y="0"/>
            <a:ext cx="0" cy="6858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Picture 26">
            <a:extLst>
              <a:ext uri="{FF2B5EF4-FFF2-40B4-BE49-F238E27FC236}">
                <a16:creationId xmlns:a16="http://schemas.microsoft.com/office/drawing/2014/main" id="{2C0ED3D2-0F40-4C1F-8C2C-68724269C80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0368" y="264467"/>
            <a:ext cx="811014" cy="811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16817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icture Placeholder 5">
            <a:extLst>
              <a:ext uri="{FF2B5EF4-FFF2-40B4-BE49-F238E27FC236}">
                <a16:creationId xmlns:a16="http://schemas.microsoft.com/office/drawing/2014/main" id="{C76CA39F-4826-EC4A-B911-A0B38E489269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0" y="0"/>
            <a:ext cx="12191999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2DFD1-09C0-6845-8219-0846F32E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F9F391E-143D-F948-ADAE-29AEA3C1EBFB}" type="datetimeFigureOut">
              <a:rPr lang="en-US" smtClean="0"/>
              <a:pPr/>
              <a:t>11/12/2024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D7355-C4D0-1F4D-A365-E4AF1D8FE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71307-5F5C-D847-B837-8C60542C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1FEFF75-79D2-EE46-877B-299D1510E68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B04801C-3319-AC43-9484-8377A4F8F25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2623" y="339645"/>
            <a:ext cx="11369068" cy="1002552"/>
          </a:xfrm>
        </p:spPr>
        <p:txBody>
          <a:bodyPr lIns="0" rIns="0" anchor="b">
            <a:noAutofit/>
          </a:bodyPr>
          <a:lstStyle>
            <a:lvl1pPr algn="l">
              <a:defRPr sz="4500" b="0" i="0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TITLE GOEs HERE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81E455-9E6F-1B48-A537-F86699963276}"/>
              </a:ext>
            </a:extLst>
          </p:cNvPr>
          <p:cNvCxnSpPr>
            <a:cxnSpLocks/>
          </p:cNvCxnSpPr>
          <p:nvPr userDrawn="1"/>
        </p:nvCxnSpPr>
        <p:spPr>
          <a:xfrm>
            <a:off x="392623" y="1974810"/>
            <a:ext cx="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CF93E56-30EE-384E-9A8A-090C645582DB}"/>
              </a:ext>
            </a:extLst>
          </p:cNvPr>
          <p:cNvCxnSpPr>
            <a:cxnSpLocks/>
          </p:cNvCxnSpPr>
          <p:nvPr userDrawn="1"/>
        </p:nvCxnSpPr>
        <p:spPr>
          <a:xfrm>
            <a:off x="392623" y="2038081"/>
            <a:ext cx="11369068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A07194D-FDC6-4941-AE99-5ED1F7F4C58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4683" y="2215464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8" name="Picture Placeholder 5">
            <a:extLst>
              <a:ext uri="{FF2B5EF4-FFF2-40B4-BE49-F238E27FC236}">
                <a16:creationId xmlns:a16="http://schemas.microsoft.com/office/drawing/2014/main" id="{B12F4613-2BD8-E54D-A2E0-8707A28A10A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64683" y="3441149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2" name="Picture Placeholder 5">
            <a:extLst>
              <a:ext uri="{FF2B5EF4-FFF2-40B4-BE49-F238E27FC236}">
                <a16:creationId xmlns:a16="http://schemas.microsoft.com/office/drawing/2014/main" id="{1A844DD7-EE1E-F04F-91C7-38039BFF204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4683" y="4705745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9" name="Picture Placeholder 5">
            <a:extLst>
              <a:ext uri="{FF2B5EF4-FFF2-40B4-BE49-F238E27FC236}">
                <a16:creationId xmlns:a16="http://schemas.microsoft.com/office/drawing/2014/main" id="{26670858-0422-9546-B0BD-9B2D594140B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544641" y="2215464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1" name="Picture Placeholder 5">
            <a:extLst>
              <a:ext uri="{FF2B5EF4-FFF2-40B4-BE49-F238E27FC236}">
                <a16:creationId xmlns:a16="http://schemas.microsoft.com/office/drawing/2014/main" id="{72578CBB-F47F-C740-982B-BA1719663CC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544641" y="3441149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3" name="Picture Placeholder 5">
            <a:extLst>
              <a:ext uri="{FF2B5EF4-FFF2-40B4-BE49-F238E27FC236}">
                <a16:creationId xmlns:a16="http://schemas.microsoft.com/office/drawing/2014/main" id="{32A1D8CC-0021-A243-9775-CF930D41B94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544641" y="4705745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7" name="Text Placeholder 10">
            <a:extLst>
              <a:ext uri="{FF2B5EF4-FFF2-40B4-BE49-F238E27FC236}">
                <a16:creationId xmlns:a16="http://schemas.microsoft.com/office/drawing/2014/main" id="{8867B6C6-0A29-A04E-BAE5-B9060225E12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213862" y="2361562"/>
            <a:ext cx="4411704" cy="365077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9" name="Text Placeholder 2">
            <a:extLst>
              <a:ext uri="{FF2B5EF4-FFF2-40B4-BE49-F238E27FC236}">
                <a16:creationId xmlns:a16="http://schemas.microsoft.com/office/drawing/2014/main" id="{9DF49D7C-2E08-9348-9C2B-0496EF9612DF}"/>
              </a:ext>
            </a:extLst>
          </p:cNvPr>
          <p:cNvSpPr>
            <a:spLocks noGrp="1"/>
          </p:cNvSpPr>
          <p:nvPr>
            <p:ph type="body" idx="26"/>
          </p:nvPr>
        </p:nvSpPr>
        <p:spPr>
          <a:xfrm>
            <a:off x="1213862" y="2114704"/>
            <a:ext cx="4411705" cy="312380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0" cap="all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0" name="Text Placeholder 10">
            <a:extLst>
              <a:ext uri="{FF2B5EF4-FFF2-40B4-BE49-F238E27FC236}">
                <a16:creationId xmlns:a16="http://schemas.microsoft.com/office/drawing/2014/main" id="{2733402A-D14F-6D48-A59D-329C3824DD2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213862" y="3594617"/>
            <a:ext cx="4411704" cy="365077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1" name="Text Placeholder 2">
            <a:extLst>
              <a:ext uri="{FF2B5EF4-FFF2-40B4-BE49-F238E27FC236}">
                <a16:creationId xmlns:a16="http://schemas.microsoft.com/office/drawing/2014/main" id="{3886AD51-641D-6B44-B558-2B15E88D1BC5}"/>
              </a:ext>
            </a:extLst>
          </p:cNvPr>
          <p:cNvSpPr>
            <a:spLocks noGrp="1"/>
          </p:cNvSpPr>
          <p:nvPr>
            <p:ph type="body" idx="28"/>
          </p:nvPr>
        </p:nvSpPr>
        <p:spPr>
          <a:xfrm>
            <a:off x="1213862" y="3347759"/>
            <a:ext cx="4411705" cy="312380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0" cap="all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2" name="Text Placeholder 10">
            <a:extLst>
              <a:ext uri="{FF2B5EF4-FFF2-40B4-BE49-F238E27FC236}">
                <a16:creationId xmlns:a16="http://schemas.microsoft.com/office/drawing/2014/main" id="{C00297CA-1F0B-4C44-852F-CF6FEA9F948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213862" y="4855381"/>
            <a:ext cx="4411704" cy="365077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3" name="Text Placeholder 2">
            <a:extLst>
              <a:ext uri="{FF2B5EF4-FFF2-40B4-BE49-F238E27FC236}">
                <a16:creationId xmlns:a16="http://schemas.microsoft.com/office/drawing/2014/main" id="{3F704107-F38D-E044-8226-ACDDEDEDC605}"/>
              </a:ext>
            </a:extLst>
          </p:cNvPr>
          <p:cNvSpPr>
            <a:spLocks noGrp="1"/>
          </p:cNvSpPr>
          <p:nvPr>
            <p:ph type="body" idx="30"/>
          </p:nvPr>
        </p:nvSpPr>
        <p:spPr>
          <a:xfrm>
            <a:off x="1213862" y="4608523"/>
            <a:ext cx="4411705" cy="312380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0" cap="all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4" name="Text Placeholder 10">
            <a:extLst>
              <a:ext uri="{FF2B5EF4-FFF2-40B4-BE49-F238E27FC236}">
                <a16:creationId xmlns:a16="http://schemas.microsoft.com/office/drawing/2014/main" id="{7A332327-16D9-9B48-8EAC-A4F377D5904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358765" y="2361562"/>
            <a:ext cx="4411704" cy="365077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5" name="Text Placeholder 2">
            <a:extLst>
              <a:ext uri="{FF2B5EF4-FFF2-40B4-BE49-F238E27FC236}">
                <a16:creationId xmlns:a16="http://schemas.microsoft.com/office/drawing/2014/main" id="{8EB0263B-D418-C14A-A00B-092B5EB5C515}"/>
              </a:ext>
            </a:extLst>
          </p:cNvPr>
          <p:cNvSpPr>
            <a:spLocks noGrp="1"/>
          </p:cNvSpPr>
          <p:nvPr>
            <p:ph type="body" idx="34"/>
          </p:nvPr>
        </p:nvSpPr>
        <p:spPr>
          <a:xfrm>
            <a:off x="7358764" y="2114704"/>
            <a:ext cx="4411705" cy="312380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0" cap="all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6" name="Text Placeholder 10">
            <a:extLst>
              <a:ext uri="{FF2B5EF4-FFF2-40B4-BE49-F238E27FC236}">
                <a16:creationId xmlns:a16="http://schemas.microsoft.com/office/drawing/2014/main" id="{53CC49A6-2AB5-664B-9A6C-56D70E1382D7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358765" y="3594617"/>
            <a:ext cx="4411704" cy="365077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7" name="Text Placeholder 2">
            <a:extLst>
              <a:ext uri="{FF2B5EF4-FFF2-40B4-BE49-F238E27FC236}">
                <a16:creationId xmlns:a16="http://schemas.microsoft.com/office/drawing/2014/main" id="{718CCABC-AF06-5241-8D13-EB2F4637D435}"/>
              </a:ext>
            </a:extLst>
          </p:cNvPr>
          <p:cNvSpPr>
            <a:spLocks noGrp="1"/>
          </p:cNvSpPr>
          <p:nvPr>
            <p:ph type="body" idx="36"/>
          </p:nvPr>
        </p:nvSpPr>
        <p:spPr>
          <a:xfrm>
            <a:off x="7358764" y="3347759"/>
            <a:ext cx="4411705" cy="312380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0" cap="all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8" name="Text Placeholder 10">
            <a:extLst>
              <a:ext uri="{FF2B5EF4-FFF2-40B4-BE49-F238E27FC236}">
                <a16:creationId xmlns:a16="http://schemas.microsoft.com/office/drawing/2014/main" id="{5119242C-1FE8-C140-9349-8172F954E3CB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358765" y="4855381"/>
            <a:ext cx="4411704" cy="365077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9" name="Text Placeholder 2">
            <a:extLst>
              <a:ext uri="{FF2B5EF4-FFF2-40B4-BE49-F238E27FC236}">
                <a16:creationId xmlns:a16="http://schemas.microsoft.com/office/drawing/2014/main" id="{23F2AE0B-3E70-BB47-8FBC-FE66A5A297BD}"/>
              </a:ext>
            </a:extLst>
          </p:cNvPr>
          <p:cNvSpPr>
            <a:spLocks noGrp="1"/>
          </p:cNvSpPr>
          <p:nvPr>
            <p:ph type="body" idx="38"/>
          </p:nvPr>
        </p:nvSpPr>
        <p:spPr>
          <a:xfrm>
            <a:off x="7358764" y="4608523"/>
            <a:ext cx="4411705" cy="312380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0" cap="all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6AF7CBB0-F32C-B84C-AEEA-FA0944BBB865}"/>
              </a:ext>
            </a:extLst>
          </p:cNvPr>
          <p:cNvCxnSpPr>
            <a:cxnSpLocks/>
          </p:cNvCxnSpPr>
          <p:nvPr userDrawn="1"/>
        </p:nvCxnSpPr>
        <p:spPr>
          <a:xfrm>
            <a:off x="0" y="5992966"/>
            <a:ext cx="12192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9585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902FA6-24E0-3C4A-8B7A-F529DB122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845A71-C369-2A42-A14F-2BD1985F75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870798-FB93-8742-9A92-FA7A241AFA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356824-A55C-4F44-B9CB-109B027241D7}" type="datetimeFigureOut">
              <a:rPr lang="en-US" smtClean="0"/>
              <a:t>11/12/2024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42A715-D537-DD4B-8BE6-1E573155F1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A9E735-B191-784C-98F7-65384DACA4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C6627B-E4D5-2947-8E88-B84039729B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582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3" r:id="rId2"/>
    <p:sldLayoutId id="2147483670" r:id="rId3"/>
    <p:sldLayoutId id="2147483674" r:id="rId4"/>
    <p:sldLayoutId id="2147483661" r:id="rId5"/>
    <p:sldLayoutId id="2147483707" r:id="rId6"/>
    <p:sldLayoutId id="2147483708" r:id="rId7"/>
    <p:sldLayoutId id="2147483676" r:id="rId8"/>
    <p:sldLayoutId id="2147483675" r:id="rId9"/>
    <p:sldLayoutId id="2147483709" r:id="rId10"/>
    <p:sldLayoutId id="2147483677" r:id="rId11"/>
    <p:sldLayoutId id="2147483678" r:id="rId12"/>
    <p:sldLayoutId id="2147483679" r:id="rId13"/>
    <p:sldLayoutId id="2147483681" r:id="rId14"/>
    <p:sldLayoutId id="2147483682" r:id="rId15"/>
    <p:sldLayoutId id="2147483686" r:id="rId16"/>
    <p:sldLayoutId id="2147483663" r:id="rId17"/>
    <p:sldLayoutId id="2147483683" r:id="rId18"/>
    <p:sldLayoutId id="2147483685" r:id="rId19"/>
    <p:sldLayoutId id="2147483684" r:id="rId20"/>
    <p:sldLayoutId id="2147483680" r:id="rId21"/>
    <p:sldLayoutId id="2147483691" r:id="rId22"/>
    <p:sldLayoutId id="2147483692" r:id="rId23"/>
    <p:sldLayoutId id="2147483693" r:id="rId24"/>
    <p:sldLayoutId id="2147483694" r:id="rId25"/>
    <p:sldLayoutId id="2147483688" r:id="rId26"/>
    <p:sldLayoutId id="2147483687" r:id="rId27"/>
    <p:sldLayoutId id="2147483689" r:id="rId28"/>
    <p:sldLayoutId id="2147483690" r:id="rId29"/>
    <p:sldLayoutId id="2147483695" r:id="rId30"/>
    <p:sldLayoutId id="2147483696" r:id="rId31"/>
    <p:sldLayoutId id="2147483697" r:id="rId32"/>
    <p:sldLayoutId id="2147483698" r:id="rId33"/>
    <p:sldLayoutId id="2147483667" r:id="rId34"/>
    <p:sldLayoutId id="2147483703" r:id="rId35"/>
    <p:sldLayoutId id="2147483704" r:id="rId36"/>
    <p:sldLayoutId id="2147483705" r:id="rId37"/>
    <p:sldLayoutId id="2147483706" r:id="rId38"/>
    <p:sldLayoutId id="2147483700" r:id="rId39"/>
    <p:sldLayoutId id="2147483699" r:id="rId40"/>
    <p:sldLayoutId id="2147483701" r:id="rId41"/>
    <p:sldLayoutId id="2147483702" r:id="rId4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8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21">
            <a:extLst>
              <a:ext uri="{FF2B5EF4-FFF2-40B4-BE49-F238E27FC236}">
                <a16:creationId xmlns:a16="http://schemas.microsoft.com/office/drawing/2014/main" id="{DB20DB88-CBCC-9A4A-BA0A-4807E1B8E80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9000"/>
                    </a14:imgEffect>
                  </a14:imgLayer>
                </a14:imgProps>
              </a:ext>
            </a:extLst>
          </a:blip>
          <a:srcRect l="4" r="4"/>
          <a:stretch/>
        </p:blipFill>
        <p:spPr>
          <a:xfrm>
            <a:off x="1134319" y="0"/>
            <a:ext cx="11057681" cy="6858000"/>
          </a:xfr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E0EE8E8-C3C7-461B-A013-1C48DEFD1FA9}"/>
              </a:ext>
            </a:extLst>
          </p:cNvPr>
          <p:cNvSpPr/>
          <p:nvPr/>
        </p:nvSpPr>
        <p:spPr>
          <a:xfrm>
            <a:off x="1134319" y="0"/>
            <a:ext cx="11057681" cy="6858000"/>
          </a:xfrm>
          <a:prstGeom prst="rect">
            <a:avLst/>
          </a:prstGeom>
          <a:solidFill>
            <a:srgbClr val="023062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48362CB-F41D-164B-BAC7-F91A6E68A2AC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524000" y="5286196"/>
            <a:ext cx="4179375" cy="390274"/>
          </a:xfrm>
        </p:spPr>
        <p:txBody>
          <a:bodyPr vert="horz" lIns="0" tIns="45720" rIns="0" bIns="45720" rtlCol="0" anchor="t">
            <a:normAutofit/>
          </a:bodyPr>
          <a:lstStyle/>
          <a:p>
            <a:r>
              <a:rPr lang="en-US" b="0">
                <a:cs typeface="Calibri Light"/>
              </a:rPr>
              <a:t>TEAM DHAN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9516ACA-375D-1140-8EDA-CE04AAC758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15790"/>
            <a:ext cx="4179376" cy="2387600"/>
          </a:xfrm>
        </p:spPr>
        <p:txBody>
          <a:bodyPr>
            <a:normAutofit/>
          </a:bodyPr>
          <a:lstStyle/>
          <a:p>
            <a:r>
              <a:rPr lang="en-US" sz="5400">
                <a:latin typeface="+mj-lt"/>
              </a:rPr>
              <a:t>DHAN</a:t>
            </a:r>
            <a:br>
              <a:rPr lang="en-US" sz="5400">
                <a:latin typeface="+mj-lt"/>
              </a:rPr>
            </a:br>
            <a:r>
              <a:rPr lang="en-US" sz="5400">
                <a:latin typeface="+mj-lt"/>
              </a:rPr>
              <a:t>SYSTEM</a:t>
            </a:r>
          </a:p>
        </p:txBody>
      </p:sp>
    </p:spTree>
    <p:extLst>
      <p:ext uri="{BB962C8B-B14F-4D97-AF65-F5344CB8AC3E}">
        <p14:creationId xmlns:p14="http://schemas.microsoft.com/office/powerpoint/2010/main" val="42858479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group of men with text&#10;&#10;Description automatically generated">
            <a:extLst>
              <a:ext uri="{FF2B5EF4-FFF2-40B4-BE49-F238E27FC236}">
                <a16:creationId xmlns:a16="http://schemas.microsoft.com/office/drawing/2014/main" id="{174694A2-C934-7D5D-F400-FC44582EC13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815" r="9704"/>
          <a:stretch/>
        </p:blipFill>
        <p:spPr>
          <a:xfrm>
            <a:off x="1143392" y="1"/>
            <a:ext cx="11049014" cy="685800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25297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>
            <a:extLst>
              <a:ext uri="{FF2B5EF4-FFF2-40B4-BE49-F238E27FC236}">
                <a16:creationId xmlns:a16="http://schemas.microsoft.com/office/drawing/2014/main" id="{99516ACA-375D-1140-8EDA-CE04AAC758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24055" y="3650230"/>
            <a:ext cx="5258051" cy="843808"/>
          </a:xfrm>
        </p:spPr>
        <p:txBody>
          <a:bodyPr>
            <a:normAutofit/>
          </a:bodyPr>
          <a:lstStyle/>
          <a:p>
            <a:pPr algn="ctr"/>
            <a:r>
              <a:rPr lang="en-US" b="1"/>
              <a:t>Ryan John Perez</a:t>
            </a:r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99516ACA-375D-1140-8EDA-CE04AAC75809}"/>
              </a:ext>
            </a:extLst>
          </p:cNvPr>
          <p:cNvSpPr txBox="1">
            <a:spLocks/>
          </p:cNvSpPr>
          <p:nvPr/>
        </p:nvSpPr>
        <p:spPr>
          <a:xfrm>
            <a:off x="1331869" y="513535"/>
            <a:ext cx="5258051" cy="843808"/>
          </a:xfrm>
          <a:prstGeom prst="rect">
            <a:avLst/>
          </a:prstGeom>
        </p:spPr>
        <p:txBody>
          <a:bodyPr vert="horz" lIns="0" tIns="45720" rIns="0" bIns="45720" rtlCol="0" anchor="b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b="0" i="0" kern="1200" cap="all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000">
                <a:cs typeface="Calibri Light"/>
              </a:rPr>
              <a:t>OUR ADVISER</a:t>
            </a:r>
          </a:p>
        </p:txBody>
      </p:sp>
      <p:pic>
        <p:nvPicPr>
          <p:cNvPr id="2050" name="Picture 2" descr="No description available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1917" y="2545329"/>
            <a:ext cx="3362325" cy="1104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27008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Placeholder 15">
            <a:extLst>
              <a:ext uri="{FF2B5EF4-FFF2-40B4-BE49-F238E27FC236}">
                <a16:creationId xmlns:a16="http://schemas.microsoft.com/office/drawing/2014/main" id="{C4C2D77A-C801-9B4E-B6FB-9402525D52F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alphaModFix amt="20000"/>
            <a:duotone>
              <a:prstClr val="black"/>
              <a:schemeClr val="accent3">
                <a:tint val="45000"/>
                <a:satMod val="400000"/>
              </a:schemeClr>
            </a:duotone>
          </a:blip>
          <a:srcRect l="-50" t="6955" r="1"/>
          <a:stretch/>
        </p:blipFill>
        <p:spPr>
          <a:xfrm>
            <a:off x="1136043" y="1"/>
            <a:ext cx="11055927" cy="6857999"/>
          </a:xfrm>
          <a:custGeom>
            <a:avLst/>
            <a:gdLst>
              <a:gd name="connsiteX0" fmla="*/ 0 w 5822209"/>
              <a:gd name="connsiteY0" fmla="*/ 0 h 4427316"/>
              <a:gd name="connsiteX1" fmla="*/ 5822209 w 5822209"/>
              <a:gd name="connsiteY1" fmla="*/ 0 h 4427316"/>
              <a:gd name="connsiteX2" fmla="*/ 5822209 w 5822209"/>
              <a:gd name="connsiteY2" fmla="*/ 4427316 h 4427316"/>
              <a:gd name="connsiteX3" fmla="*/ 0 w 5822209"/>
              <a:gd name="connsiteY3" fmla="*/ 4427316 h 4427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22209" h="4427316">
                <a:moveTo>
                  <a:pt x="0" y="0"/>
                </a:moveTo>
                <a:lnTo>
                  <a:pt x="5822209" y="0"/>
                </a:lnTo>
                <a:lnTo>
                  <a:pt x="5822209" y="4427316"/>
                </a:lnTo>
                <a:lnTo>
                  <a:pt x="0" y="4427316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99516ACA-375D-1140-8EDA-CE04AAC758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610" y="4475935"/>
            <a:ext cx="5258051" cy="843808"/>
          </a:xfrm>
        </p:spPr>
        <p:txBody>
          <a:bodyPr>
            <a:normAutofit fontScale="90000"/>
          </a:bodyPr>
          <a:lstStyle/>
          <a:p>
            <a:r>
              <a:rPr lang="en-US" sz="6000">
                <a:cs typeface="Calibri Light"/>
              </a:rPr>
              <a:t>Project context</a:t>
            </a:r>
          </a:p>
        </p:txBody>
      </p:sp>
    </p:spTree>
    <p:extLst>
      <p:ext uri="{BB962C8B-B14F-4D97-AF65-F5344CB8AC3E}">
        <p14:creationId xmlns:p14="http://schemas.microsoft.com/office/powerpoint/2010/main" val="42507617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0">
            <a:extLst>
              <a:ext uri="{FF2B5EF4-FFF2-40B4-BE49-F238E27FC236}">
                <a16:creationId xmlns:a16="http://schemas.microsoft.com/office/drawing/2014/main" id="{B3E69B71-5849-7541-ADEA-D19838B3CF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3645" y="-404759"/>
            <a:ext cx="6887688" cy="3155379"/>
          </a:xfrm>
        </p:spPr>
        <p:txBody>
          <a:bodyPr>
            <a:normAutofit/>
          </a:bodyPr>
          <a:lstStyle/>
          <a:p>
            <a:r>
              <a:rPr lang="en-US" sz="6000"/>
              <a:t>ABOUT THE PROJECT</a:t>
            </a:r>
            <a:endParaRPr lang="en-US" sz="6000">
              <a:latin typeface="+mj-lt"/>
              <a:cs typeface="Calibri Ligh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DB392D-B3A1-7D16-FB54-71774F6E19F6}"/>
              </a:ext>
            </a:extLst>
          </p:cNvPr>
          <p:cNvSpPr txBox="1"/>
          <p:nvPr/>
        </p:nvSpPr>
        <p:spPr>
          <a:xfrm>
            <a:off x="2401677" y="2117075"/>
            <a:ext cx="8931006" cy="30394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200000"/>
              </a:lnSpc>
            </a:pPr>
            <a:r>
              <a:rPr lang="en-PH" sz="1400">
                <a:latin typeface="Arial"/>
                <a:cs typeface="Arial"/>
              </a:rPr>
              <a:t>       </a:t>
            </a:r>
            <a:r>
              <a:rPr lang="en-PH" sz="1400">
                <a:latin typeface="Century Schoolbook"/>
                <a:cs typeface="Arial"/>
              </a:rPr>
              <a:t> In the contemporary medical industry, reliable supply chain management is critical for ensuring the timely availability of essential medical equipment (MRI, Electrolytes analyzer, hospital beds, non-consumables). The complexity of handling various medical equipment, the need for fast and efficient tagging, and the imperative to maintain accurate records necessitate a comprehensive supply chain management system. Recognizing these challenges, our team will develop the DHAN Supply Chain Management System (SCMS), a solution specifically designed for MEGAION, involved in storing, distributing, and delivering medical equipment</a:t>
            </a:r>
            <a:r>
              <a:rPr lang="en-PH" sz="1100">
                <a:latin typeface="Century Schoolbook"/>
                <a:cs typeface="Arial"/>
              </a:rPr>
              <a:t>.</a:t>
            </a:r>
            <a:r>
              <a:rPr lang="en-US" sz="1100">
                <a:latin typeface="Century Schoolbook"/>
                <a:cs typeface="Arial"/>
              </a:rPr>
              <a:t> </a:t>
            </a:r>
            <a:endParaRPr lang="en-US">
              <a:latin typeface="Century Schoolbook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1122976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Placeholder 15">
            <a:extLst>
              <a:ext uri="{FF2B5EF4-FFF2-40B4-BE49-F238E27FC236}">
                <a16:creationId xmlns:a16="http://schemas.microsoft.com/office/drawing/2014/main" id="{C4C2D77A-C801-9B4E-B6FB-9402525D52F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alphaModFix amt="20000"/>
            <a:duotone>
              <a:prstClr val="black"/>
              <a:schemeClr val="accent3">
                <a:tint val="45000"/>
                <a:satMod val="400000"/>
              </a:schemeClr>
            </a:duotone>
          </a:blip>
          <a:srcRect l="-50" t="6955" r="1"/>
          <a:stretch/>
        </p:blipFill>
        <p:spPr>
          <a:xfrm>
            <a:off x="1136043" y="1"/>
            <a:ext cx="11055927" cy="6857999"/>
          </a:xfrm>
          <a:custGeom>
            <a:avLst/>
            <a:gdLst>
              <a:gd name="connsiteX0" fmla="*/ 0 w 5822209"/>
              <a:gd name="connsiteY0" fmla="*/ 0 h 4427316"/>
              <a:gd name="connsiteX1" fmla="*/ 5822209 w 5822209"/>
              <a:gd name="connsiteY1" fmla="*/ 0 h 4427316"/>
              <a:gd name="connsiteX2" fmla="*/ 5822209 w 5822209"/>
              <a:gd name="connsiteY2" fmla="*/ 4427316 h 4427316"/>
              <a:gd name="connsiteX3" fmla="*/ 0 w 5822209"/>
              <a:gd name="connsiteY3" fmla="*/ 4427316 h 4427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22209" h="4427316">
                <a:moveTo>
                  <a:pt x="0" y="0"/>
                </a:moveTo>
                <a:lnTo>
                  <a:pt x="5822209" y="0"/>
                </a:lnTo>
                <a:lnTo>
                  <a:pt x="5822209" y="4427316"/>
                </a:lnTo>
                <a:lnTo>
                  <a:pt x="0" y="4427316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99516ACA-375D-1140-8EDA-CE04AAC758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610" y="4475935"/>
            <a:ext cx="5258051" cy="843808"/>
          </a:xfrm>
        </p:spPr>
        <p:txBody>
          <a:bodyPr>
            <a:normAutofit fontScale="90000"/>
          </a:bodyPr>
          <a:lstStyle/>
          <a:p>
            <a:r>
              <a:rPr lang="en-US" sz="6000">
                <a:cs typeface="Calibri Light"/>
              </a:rPr>
              <a:t>Objectives</a:t>
            </a:r>
          </a:p>
        </p:txBody>
      </p:sp>
    </p:spTree>
    <p:extLst>
      <p:ext uri="{BB962C8B-B14F-4D97-AF65-F5344CB8AC3E}">
        <p14:creationId xmlns:p14="http://schemas.microsoft.com/office/powerpoint/2010/main" val="1520944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0">
            <a:extLst>
              <a:ext uri="{FF2B5EF4-FFF2-40B4-BE49-F238E27FC236}">
                <a16:creationId xmlns:a16="http://schemas.microsoft.com/office/drawing/2014/main" id="{B3E69B71-5849-7541-ADEA-D19838B3CF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3859" y="302812"/>
            <a:ext cx="7132616" cy="1413665"/>
          </a:xfrm>
        </p:spPr>
        <p:txBody>
          <a:bodyPr>
            <a:normAutofit/>
          </a:bodyPr>
          <a:lstStyle/>
          <a:p>
            <a:r>
              <a:rPr lang="en-US" sz="6000">
                <a:cs typeface="Calibri Light"/>
              </a:rPr>
              <a:t>The project aims to: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DB392D-B3A1-7D16-FB54-71774F6E19F6}"/>
              </a:ext>
            </a:extLst>
          </p:cNvPr>
          <p:cNvSpPr txBox="1"/>
          <p:nvPr/>
        </p:nvSpPr>
        <p:spPr>
          <a:xfrm>
            <a:off x="2056963" y="1717932"/>
            <a:ext cx="8931006" cy="47652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200000"/>
              </a:lnSpc>
              <a:buFont typeface="Arial"/>
              <a:buChar char="•"/>
            </a:pPr>
            <a:r>
              <a:rPr lang="en-PH" sz="2000">
                <a:latin typeface="Arial"/>
                <a:cs typeface="Arial"/>
              </a:rPr>
              <a:t>To reduce the delay in checking stock levels for items that are for delivery or demonstration by 95%.</a:t>
            </a:r>
          </a:p>
          <a:p>
            <a:pPr marL="285750" indent="-285750">
              <a:lnSpc>
                <a:spcPct val="200000"/>
              </a:lnSpc>
              <a:buFont typeface="Arial"/>
              <a:buChar char="•"/>
            </a:pPr>
            <a:r>
              <a:rPr lang="en-PH" sz="2000">
                <a:latin typeface="Arial"/>
                <a:cs typeface="Arial"/>
              </a:rPr>
              <a:t>To optimize processes and ensure seamless coordination among stakeholders in the supply chain of MEGAION, particularly when sourcing hospital equipment from various suppliers.</a:t>
            </a:r>
          </a:p>
          <a:p>
            <a:pPr marL="285750" indent="-285750">
              <a:lnSpc>
                <a:spcPct val="200000"/>
              </a:lnSpc>
              <a:buFont typeface="Arial"/>
              <a:buChar char="•"/>
            </a:pPr>
            <a:r>
              <a:rPr lang="en-PH" sz="2000">
                <a:latin typeface="Arial"/>
                <a:cs typeface="Arial"/>
              </a:rPr>
              <a:t>To streamline the process for retrieving and logging demonstration machines to mitigate instances of missing stock.</a:t>
            </a:r>
          </a:p>
          <a:p>
            <a:pPr>
              <a:lnSpc>
                <a:spcPct val="200000"/>
              </a:lnSpc>
            </a:pPr>
            <a:endParaRPr lang="en-PH" sz="14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46181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A picture containing text, indoor, floor, ceiling&#10;&#10;Description automatically generated">
            <a:extLst>
              <a:ext uri="{FF2B5EF4-FFF2-40B4-BE49-F238E27FC236}">
                <a16:creationId xmlns:a16="http://schemas.microsoft.com/office/drawing/2014/main" id="{15202AD7-478D-4575-92F2-14EB04A885B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duotone>
              <a:prstClr val="black"/>
              <a:schemeClr val="accent3">
                <a:tint val="45000"/>
                <a:satMod val="400000"/>
              </a:schemeClr>
            </a:duotone>
            <a:alphaModFix amt="70000"/>
          </a:blip>
          <a:srcRect t="3482" b="3482"/>
          <a:stretch>
            <a:fillRect/>
          </a:stretch>
        </p:blipFill>
        <p:spPr>
          <a:prstGeom prst="rect">
            <a:avLst/>
          </a:prstGeom>
          <a:solidFill>
            <a:srgbClr val="023062"/>
          </a:solidFill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4E0477A-B7B9-782D-0329-F603D11E5BCD}"/>
              </a:ext>
            </a:extLst>
          </p:cNvPr>
          <p:cNvSpPr txBox="1"/>
          <p:nvPr/>
        </p:nvSpPr>
        <p:spPr>
          <a:xfrm>
            <a:off x="1134318" y="4118442"/>
            <a:ext cx="6614730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6000" cap="all">
                <a:solidFill>
                  <a:srgbClr val="FFFFFF"/>
                </a:solidFill>
                <a:latin typeface="Calibri Light"/>
                <a:cs typeface="Calibri Light"/>
              </a:rPr>
              <a:t>COMMENTS MATRIX</a:t>
            </a:r>
          </a:p>
        </p:txBody>
      </p:sp>
    </p:spTree>
    <p:extLst>
      <p:ext uri="{BB962C8B-B14F-4D97-AF65-F5344CB8AC3E}">
        <p14:creationId xmlns:p14="http://schemas.microsoft.com/office/powerpoint/2010/main" val="37530855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with text on it&#10;&#10;Description automatically generated">
            <a:extLst>
              <a:ext uri="{FF2B5EF4-FFF2-40B4-BE49-F238E27FC236}">
                <a16:creationId xmlns:a16="http://schemas.microsoft.com/office/drawing/2014/main" id="{55B53C6A-37EC-21D8-70A9-3585D6763D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144" y="811893"/>
            <a:ext cx="3781425" cy="2095500"/>
          </a:xfrm>
          <a:prstGeom prst="rect">
            <a:avLst/>
          </a:prstGeom>
        </p:spPr>
      </p:pic>
      <p:pic>
        <p:nvPicPr>
          <p:cNvPr id="6" name="Picture 5" descr="A diagram with text on it&#10;&#10;Description automatically generated">
            <a:extLst>
              <a:ext uri="{FF2B5EF4-FFF2-40B4-BE49-F238E27FC236}">
                <a16:creationId xmlns:a16="http://schemas.microsoft.com/office/drawing/2014/main" id="{2BEF825F-5C77-0384-89C1-E23B991BEA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9072" y="621393"/>
            <a:ext cx="3781425" cy="2476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22A80F4-6F88-26A5-4E61-F84E6C0DDB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9741" y="3953329"/>
            <a:ext cx="3762375" cy="1981200"/>
          </a:xfrm>
          <a:prstGeom prst="rect">
            <a:avLst/>
          </a:prstGeom>
        </p:spPr>
      </p:pic>
      <p:pic>
        <p:nvPicPr>
          <p:cNvPr id="2" name="Picture 1" descr="A close-up of a diagram&#10;&#10;Description automatically generated">
            <a:extLst>
              <a:ext uri="{FF2B5EF4-FFF2-40B4-BE49-F238E27FC236}">
                <a16:creationId xmlns:a16="http://schemas.microsoft.com/office/drawing/2014/main" id="{748E7FF0-D524-066A-34FD-6551E7CD1C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6797" y="4357192"/>
            <a:ext cx="3686795" cy="1577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4081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A picture containing text, indoor, floor, ceiling&#10;&#10;Description automatically generated">
            <a:extLst>
              <a:ext uri="{FF2B5EF4-FFF2-40B4-BE49-F238E27FC236}">
                <a16:creationId xmlns:a16="http://schemas.microsoft.com/office/drawing/2014/main" id="{15202AD7-478D-4575-92F2-14EB04A885B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duotone>
              <a:prstClr val="black"/>
              <a:schemeClr val="accent3">
                <a:tint val="45000"/>
                <a:satMod val="400000"/>
              </a:schemeClr>
            </a:duotone>
            <a:alphaModFix amt="70000"/>
          </a:blip>
          <a:srcRect t="3482" b="3482"/>
          <a:stretch>
            <a:fillRect/>
          </a:stretch>
        </p:blipFill>
        <p:spPr>
          <a:prstGeom prst="rect">
            <a:avLst/>
          </a:prstGeom>
          <a:solidFill>
            <a:srgbClr val="023062"/>
          </a:solidFill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4E0477A-B7B9-782D-0329-F603D11E5BCD}"/>
              </a:ext>
            </a:extLst>
          </p:cNvPr>
          <p:cNvSpPr txBox="1"/>
          <p:nvPr/>
        </p:nvSpPr>
        <p:spPr>
          <a:xfrm>
            <a:off x="1134318" y="4118442"/>
            <a:ext cx="7567229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6000" cap="all">
                <a:solidFill>
                  <a:srgbClr val="FFFFFF"/>
                </a:solidFill>
                <a:latin typeface="Calibri Light"/>
                <a:cs typeface="Calibri Light"/>
              </a:rPr>
              <a:t>DATA FLOW DIAGRAMS (DFD)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3954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AA029-52E9-F215-5D26-39E8CCBE8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0">
            <a:extLst>
              <a:ext uri="{FF2B5EF4-FFF2-40B4-BE49-F238E27FC236}">
                <a16:creationId xmlns:a16="http://schemas.microsoft.com/office/drawing/2014/main" id="{A62DB8C7-C893-94A5-8F32-BE4E378702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3645" y="-404759"/>
            <a:ext cx="6887688" cy="3155379"/>
          </a:xfrm>
        </p:spPr>
        <p:txBody>
          <a:bodyPr>
            <a:normAutofit/>
          </a:bodyPr>
          <a:lstStyle/>
          <a:p>
            <a:r>
              <a:rPr lang="en-US" sz="6000"/>
              <a:t>LEVEL 0 DFD</a:t>
            </a:r>
            <a:endParaRPr lang="en-US" sz="6000">
              <a:latin typeface="+mj-lt"/>
              <a:cs typeface="Calibri Light"/>
            </a:endParaRPr>
          </a:p>
        </p:txBody>
      </p:sp>
      <p:pic>
        <p:nvPicPr>
          <p:cNvPr id="4" name="Picture 3" descr="A diagram of a supply chain management system&#10;&#10;Description automatically generated">
            <a:extLst>
              <a:ext uri="{FF2B5EF4-FFF2-40B4-BE49-F238E27FC236}">
                <a16:creationId xmlns:a16="http://schemas.microsoft.com/office/drawing/2014/main" id="{0C7B9202-A7A3-A548-F1E6-7C16EB181A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2547" y="1813284"/>
            <a:ext cx="8106906" cy="4391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4768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DFED9-F23E-4EE9-9439-234A3731C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0">
            <a:extLst>
              <a:ext uri="{FF2B5EF4-FFF2-40B4-BE49-F238E27FC236}">
                <a16:creationId xmlns:a16="http://schemas.microsoft.com/office/drawing/2014/main" id="{4B2D0B69-9ED9-8D44-E89B-A278680120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3645" y="-404759"/>
            <a:ext cx="6887688" cy="3155379"/>
          </a:xfrm>
        </p:spPr>
        <p:txBody>
          <a:bodyPr>
            <a:normAutofit/>
          </a:bodyPr>
          <a:lstStyle/>
          <a:p>
            <a:endParaRPr lang="en-US" sz="6000">
              <a:latin typeface="+mj-lt"/>
              <a:ea typeface="Calibri Light"/>
              <a:cs typeface="Calibri Light"/>
            </a:endParaRPr>
          </a:p>
        </p:txBody>
      </p:sp>
      <p:pic>
        <p:nvPicPr>
          <p:cNvPr id="4" name="Picture 3" descr="A diagram of a computer&#10;&#10;Description automatically generated">
            <a:extLst>
              <a:ext uri="{FF2B5EF4-FFF2-40B4-BE49-F238E27FC236}">
                <a16:creationId xmlns:a16="http://schemas.microsoft.com/office/drawing/2014/main" id="{66CEF1BF-0206-6074-18D8-8220A81099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457" y="627680"/>
            <a:ext cx="11077544" cy="599206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8DAC188-C84C-5C5A-B9C2-F57A447B1394}"/>
              </a:ext>
            </a:extLst>
          </p:cNvPr>
          <p:cNvSpPr txBox="1"/>
          <p:nvPr/>
        </p:nvSpPr>
        <p:spPr>
          <a:xfrm>
            <a:off x="1116376" y="-3672"/>
            <a:ext cx="5479055" cy="22344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4400" cap="all">
                <a:solidFill>
                  <a:srgbClr val="034793"/>
                </a:solidFill>
                <a:latin typeface="Calibri Light"/>
                <a:ea typeface="Calibri Light"/>
                <a:cs typeface="Calibri Light"/>
              </a:rPr>
              <a:t>LEVEL 1 DFD</a:t>
            </a:r>
            <a:r>
              <a:rPr lang="en-US" sz="4400" cap="all">
                <a:latin typeface="Calibri Light"/>
                <a:ea typeface="Calibri Light"/>
                <a:cs typeface="Calibri Light"/>
              </a:rPr>
              <a:t> (BEFORE)</a:t>
            </a:r>
            <a:endParaRPr lang="en-US" sz="4400">
              <a:latin typeface="Calibri Light"/>
              <a:ea typeface="Calibri Light"/>
              <a:cs typeface="Calibri Light"/>
            </a:endParaRPr>
          </a:p>
          <a:p>
            <a:pPr>
              <a:lnSpc>
                <a:spcPct val="90000"/>
              </a:lnSpc>
              <a:spcBef>
                <a:spcPct val="0"/>
              </a:spcBef>
            </a:pPr>
            <a:endParaRPr lang="en-US" sz="4400">
              <a:latin typeface="Calibri Light"/>
              <a:ea typeface="Calibri Light"/>
              <a:cs typeface="Calibri Light"/>
            </a:endParaRPr>
          </a:p>
          <a:p>
            <a:endParaRPr lang="en-US" sz="6000">
              <a:latin typeface="Calibri Light"/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8920802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DFED9-F23E-4EE9-9439-234A3731C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0">
            <a:extLst>
              <a:ext uri="{FF2B5EF4-FFF2-40B4-BE49-F238E27FC236}">
                <a16:creationId xmlns:a16="http://schemas.microsoft.com/office/drawing/2014/main" id="{4B2D0B69-9ED9-8D44-E89B-A278680120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3645" y="-404759"/>
            <a:ext cx="7244574" cy="2663455"/>
          </a:xfrm>
        </p:spPr>
        <p:txBody>
          <a:bodyPr>
            <a:normAutofit/>
          </a:bodyPr>
          <a:lstStyle/>
          <a:p>
            <a:r>
              <a:rPr lang="en-US" sz="4400">
                <a:ea typeface="Calibri Light"/>
                <a:cs typeface="Calibri Light"/>
              </a:rPr>
              <a:t>LEVEL 1 DFD</a:t>
            </a:r>
            <a:r>
              <a:rPr lang="en-US" sz="4400">
                <a:solidFill>
                  <a:srgbClr val="000000"/>
                </a:solidFill>
                <a:ea typeface="Calibri Light"/>
                <a:cs typeface="Calibri Light"/>
              </a:rPr>
              <a:t> (AFTER)</a:t>
            </a:r>
          </a:p>
          <a:p>
            <a:endParaRPr lang="en-US" sz="4400">
              <a:latin typeface="+mj-lt"/>
              <a:ea typeface="Calibri Light"/>
              <a:cs typeface="Calibri Light"/>
            </a:endParaRPr>
          </a:p>
        </p:txBody>
      </p:sp>
      <p:pic>
        <p:nvPicPr>
          <p:cNvPr id="5" name="Picture 4" descr="A diagram of a company&#10;&#10;Description automatically generated">
            <a:extLst>
              <a:ext uri="{FF2B5EF4-FFF2-40B4-BE49-F238E27FC236}">
                <a16:creationId xmlns:a16="http://schemas.microsoft.com/office/drawing/2014/main" id="{4977EDEC-1821-9EB4-DEC6-0904E08D77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1701" y="856500"/>
            <a:ext cx="8520364" cy="5997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2009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04F29-B134-5444-5654-8F9AF2387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0">
            <a:extLst>
              <a:ext uri="{FF2B5EF4-FFF2-40B4-BE49-F238E27FC236}">
                <a16:creationId xmlns:a16="http://schemas.microsoft.com/office/drawing/2014/main" id="{A14F8FE8-1421-FD47-C419-BB0479554F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3645" y="-404759"/>
            <a:ext cx="6887688" cy="3155379"/>
          </a:xfrm>
        </p:spPr>
        <p:txBody>
          <a:bodyPr>
            <a:normAutofit/>
          </a:bodyPr>
          <a:lstStyle/>
          <a:p>
            <a:r>
              <a:rPr lang="en-US" sz="6000"/>
              <a:t>ABOUT THE PROJECT</a:t>
            </a:r>
            <a:endParaRPr lang="en-US" sz="6000">
              <a:latin typeface="+mj-lt"/>
              <a:cs typeface="Calibri Light"/>
            </a:endParaRPr>
          </a:p>
        </p:txBody>
      </p:sp>
      <p:pic>
        <p:nvPicPr>
          <p:cNvPr id="5" name="Picture 4" descr="A diagram of a process&#10;&#10;Description automatically generated">
            <a:extLst>
              <a:ext uri="{FF2B5EF4-FFF2-40B4-BE49-F238E27FC236}">
                <a16:creationId xmlns:a16="http://schemas.microsoft.com/office/drawing/2014/main" id="{6DDE1D5C-B90C-1173-54A4-C70A6B41BB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642" y="206158"/>
            <a:ext cx="11001375" cy="6372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2536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04F29-B134-5444-5654-8F9AF2387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0">
            <a:extLst>
              <a:ext uri="{FF2B5EF4-FFF2-40B4-BE49-F238E27FC236}">
                <a16:creationId xmlns:a16="http://schemas.microsoft.com/office/drawing/2014/main" id="{A14F8FE8-1421-FD47-C419-BB0479554F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3645" y="-404759"/>
            <a:ext cx="6887688" cy="3155379"/>
          </a:xfrm>
        </p:spPr>
        <p:txBody>
          <a:bodyPr>
            <a:normAutofit/>
          </a:bodyPr>
          <a:lstStyle/>
          <a:p>
            <a:r>
              <a:rPr lang="en-US" sz="6000"/>
              <a:t>ABOUT THE PROJECT</a:t>
            </a:r>
            <a:endParaRPr lang="en-US" sz="6000">
              <a:latin typeface="+mj-lt"/>
              <a:cs typeface="Calibri Light"/>
            </a:endParaRPr>
          </a:p>
        </p:txBody>
      </p:sp>
      <p:pic>
        <p:nvPicPr>
          <p:cNvPr id="3" name="Picture 2" descr="A diagram of a product&#10;&#10;Description automatically generated">
            <a:extLst>
              <a:ext uri="{FF2B5EF4-FFF2-40B4-BE49-F238E27FC236}">
                <a16:creationId xmlns:a16="http://schemas.microsoft.com/office/drawing/2014/main" id="{39D38377-CACA-C8D9-BB19-AFD74BE728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447" y="358910"/>
            <a:ext cx="11106410" cy="5835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7600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ABD1D-2AF9-8EF9-4761-44D71063A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0">
            <a:extLst>
              <a:ext uri="{FF2B5EF4-FFF2-40B4-BE49-F238E27FC236}">
                <a16:creationId xmlns:a16="http://schemas.microsoft.com/office/drawing/2014/main" id="{D5E0E844-83DD-193C-5AA6-6EC64D9705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3645" y="-404759"/>
            <a:ext cx="6887688" cy="3155379"/>
          </a:xfrm>
        </p:spPr>
        <p:txBody>
          <a:bodyPr>
            <a:normAutofit/>
          </a:bodyPr>
          <a:lstStyle/>
          <a:p>
            <a:r>
              <a:rPr lang="en-US" sz="6000"/>
              <a:t>ABOUT THE PROJECT</a:t>
            </a:r>
            <a:endParaRPr lang="en-US" sz="6000">
              <a:latin typeface="+mj-lt"/>
              <a:cs typeface="Calibri Light"/>
            </a:endParaRPr>
          </a:p>
        </p:txBody>
      </p:sp>
      <p:pic>
        <p:nvPicPr>
          <p:cNvPr id="2" name="Picture 1" descr="A diagram of inventory&#10;&#10;Description automatically generated">
            <a:extLst>
              <a:ext uri="{FF2B5EF4-FFF2-40B4-BE49-F238E27FC236}">
                <a16:creationId xmlns:a16="http://schemas.microsoft.com/office/drawing/2014/main" id="{0612197F-6445-0C9F-1ED4-9C378C2AD6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7182" y="89454"/>
            <a:ext cx="10146189" cy="6679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2278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ABD1D-2AF9-8EF9-4761-44D71063A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0">
            <a:extLst>
              <a:ext uri="{FF2B5EF4-FFF2-40B4-BE49-F238E27FC236}">
                <a16:creationId xmlns:a16="http://schemas.microsoft.com/office/drawing/2014/main" id="{D5E0E844-83DD-193C-5AA6-6EC64D9705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3645" y="-404759"/>
            <a:ext cx="6887688" cy="3155379"/>
          </a:xfrm>
        </p:spPr>
        <p:txBody>
          <a:bodyPr>
            <a:normAutofit/>
          </a:bodyPr>
          <a:lstStyle/>
          <a:p>
            <a:endParaRPr lang="en-US" sz="6000">
              <a:latin typeface="+mj-lt"/>
              <a:cs typeface="Calibri Light"/>
            </a:endParaRPr>
          </a:p>
        </p:txBody>
      </p:sp>
      <p:pic>
        <p:nvPicPr>
          <p:cNvPr id="3" name="Picture 2" descr="A diagram of a data flow&#10;&#10;Description automatically generated">
            <a:extLst>
              <a:ext uri="{FF2B5EF4-FFF2-40B4-BE49-F238E27FC236}">
                <a16:creationId xmlns:a16="http://schemas.microsoft.com/office/drawing/2014/main" id="{46B7621C-0B10-82BF-9EC5-D8718ABAEE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3" y="1823973"/>
            <a:ext cx="12205830" cy="305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9877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434D0D-D3AC-7E01-3619-B1FAFF98D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E48249-FF93-13AA-63F0-4C95DBEBC86D}"/>
              </a:ext>
            </a:extLst>
          </p:cNvPr>
          <p:cNvSpPr txBox="1"/>
          <p:nvPr/>
        </p:nvSpPr>
        <p:spPr>
          <a:xfrm>
            <a:off x="2401677" y="2117075"/>
            <a:ext cx="8931006" cy="4559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200000"/>
              </a:lnSpc>
            </a:pPr>
            <a:r>
              <a:rPr lang="en-PH" sz="1400">
                <a:latin typeface="Arial"/>
                <a:cs typeface="Arial"/>
              </a:rPr>
              <a:t>       </a:t>
            </a:r>
            <a:r>
              <a:rPr lang="en-PH" sz="1400">
                <a:latin typeface="Century Schoolbook"/>
                <a:cs typeface="Arial"/>
              </a:rPr>
              <a:t> </a:t>
            </a:r>
            <a:endParaRPr lang="en-US">
              <a:latin typeface="Century Schoolbook"/>
              <a:cs typeface="Calibri" panose="020F0502020204030204"/>
            </a:endParaRPr>
          </a:p>
        </p:txBody>
      </p:sp>
      <p:pic>
        <p:nvPicPr>
          <p:cNvPr id="3" name="Picture 2" descr="A diagram of a product&#10;&#10;Description automatically generated">
            <a:extLst>
              <a:ext uri="{FF2B5EF4-FFF2-40B4-BE49-F238E27FC236}">
                <a16:creationId xmlns:a16="http://schemas.microsoft.com/office/drawing/2014/main" id="{535989C8-2FF7-6F9A-3B6C-22E45E486A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7243" y="-2586"/>
            <a:ext cx="11033146" cy="6860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6380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434D0D-D3AC-7E01-3619-B1FAFF98D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E48249-FF93-13AA-63F0-4C95DBEBC86D}"/>
              </a:ext>
            </a:extLst>
          </p:cNvPr>
          <p:cNvSpPr txBox="1"/>
          <p:nvPr/>
        </p:nvSpPr>
        <p:spPr>
          <a:xfrm>
            <a:off x="2401677" y="2117075"/>
            <a:ext cx="8931006" cy="4559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200000"/>
              </a:lnSpc>
            </a:pPr>
            <a:r>
              <a:rPr lang="en-PH" sz="1400">
                <a:latin typeface="Arial"/>
                <a:cs typeface="Arial"/>
              </a:rPr>
              <a:t>       </a:t>
            </a:r>
            <a:r>
              <a:rPr lang="en-PH" sz="1400">
                <a:latin typeface="Century Schoolbook"/>
                <a:cs typeface="Arial"/>
              </a:rPr>
              <a:t> </a:t>
            </a:r>
            <a:endParaRPr lang="en-US">
              <a:latin typeface="Century Schoolbook"/>
              <a:cs typeface="Calibri" panose="020F0502020204030204"/>
            </a:endParaRPr>
          </a:p>
        </p:txBody>
      </p:sp>
      <p:pic>
        <p:nvPicPr>
          <p:cNvPr id="4" name="Picture 3" descr="A diagram of a customer&#10;&#10;Description automatically generated">
            <a:extLst>
              <a:ext uri="{FF2B5EF4-FFF2-40B4-BE49-F238E27FC236}">
                <a16:creationId xmlns:a16="http://schemas.microsoft.com/office/drawing/2014/main" id="{4F72D457-9BDF-9499-87F0-F1E386A77B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60" y="2571033"/>
            <a:ext cx="12141634" cy="1956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378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CEC3D-6E66-A1FA-9099-01E99391A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DDF27EE-32EC-8FF3-7D8F-9F7157547F1E}"/>
              </a:ext>
            </a:extLst>
          </p:cNvPr>
          <p:cNvSpPr txBox="1"/>
          <p:nvPr/>
        </p:nvSpPr>
        <p:spPr>
          <a:xfrm>
            <a:off x="2401677" y="2117075"/>
            <a:ext cx="8931006" cy="4559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200000"/>
              </a:lnSpc>
            </a:pPr>
            <a:r>
              <a:rPr lang="en-PH" sz="1400">
                <a:latin typeface="Arial"/>
                <a:cs typeface="Arial"/>
              </a:rPr>
              <a:t>       </a:t>
            </a:r>
            <a:r>
              <a:rPr lang="en-PH" sz="1400">
                <a:latin typeface="Century Schoolbook"/>
                <a:cs typeface="Arial"/>
              </a:rPr>
              <a:t> </a:t>
            </a:r>
            <a:endParaRPr lang="en-US">
              <a:latin typeface="Century Schoolbook"/>
              <a:cs typeface="Calibri" panose="020F0502020204030204"/>
            </a:endParaRPr>
          </a:p>
        </p:txBody>
      </p:sp>
      <p:pic>
        <p:nvPicPr>
          <p:cNvPr id="4" name="Picture 3" descr="A diagram of a supply chain&#10;&#10;Description automatically generated">
            <a:extLst>
              <a:ext uri="{FF2B5EF4-FFF2-40B4-BE49-F238E27FC236}">
                <a16:creationId xmlns:a16="http://schemas.microsoft.com/office/drawing/2014/main" id="{589CE711-2A01-6B09-3647-1FA6D16DDB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4121" y="-1443"/>
            <a:ext cx="10990510" cy="6857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6847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CEC3D-6E66-A1FA-9099-01E99391A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DDF27EE-32EC-8FF3-7D8F-9F7157547F1E}"/>
              </a:ext>
            </a:extLst>
          </p:cNvPr>
          <p:cNvSpPr txBox="1"/>
          <p:nvPr/>
        </p:nvSpPr>
        <p:spPr>
          <a:xfrm>
            <a:off x="2401677" y="2117075"/>
            <a:ext cx="8931006" cy="4559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200000"/>
              </a:lnSpc>
            </a:pPr>
            <a:r>
              <a:rPr lang="en-PH" sz="1400">
                <a:latin typeface="Arial"/>
                <a:cs typeface="Arial"/>
              </a:rPr>
              <a:t>       </a:t>
            </a:r>
            <a:r>
              <a:rPr lang="en-PH" sz="1400">
                <a:latin typeface="Century Schoolbook"/>
                <a:cs typeface="Arial"/>
              </a:rPr>
              <a:t> </a:t>
            </a:r>
            <a:endParaRPr lang="en-US">
              <a:latin typeface="Century Schoolbook"/>
              <a:cs typeface="Calibri" panose="020F0502020204030204"/>
            </a:endParaRPr>
          </a:p>
        </p:txBody>
      </p:sp>
      <p:pic>
        <p:nvPicPr>
          <p:cNvPr id="5" name="Picture 4" descr="A diagram of a data store&#10;&#10;Description automatically generated">
            <a:extLst>
              <a:ext uri="{FF2B5EF4-FFF2-40B4-BE49-F238E27FC236}">
                <a16:creationId xmlns:a16="http://schemas.microsoft.com/office/drawing/2014/main" id="{A1C25FBC-D1E6-C220-95FD-555CC2DFC0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39" y="2113506"/>
            <a:ext cx="12184040" cy="2234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1823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1491E-8361-D9D4-713F-33E6D6603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diagram of a data store&#10;&#10;Description automatically generated">
            <a:extLst>
              <a:ext uri="{FF2B5EF4-FFF2-40B4-BE49-F238E27FC236}">
                <a16:creationId xmlns:a16="http://schemas.microsoft.com/office/drawing/2014/main" id="{4D1A8317-B775-8057-D26A-1BC9476356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750" y="101682"/>
            <a:ext cx="10984180" cy="6753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7709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1491E-8361-D9D4-713F-33E6D6603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data flow&#10;&#10;Description automatically generated">
            <a:extLst>
              <a:ext uri="{FF2B5EF4-FFF2-40B4-BE49-F238E27FC236}">
                <a16:creationId xmlns:a16="http://schemas.microsoft.com/office/drawing/2014/main" id="{E4A292DA-0E09-6B76-5C24-B7E8DB42DD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56" y="1557272"/>
            <a:ext cx="12182475" cy="4004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0558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A picture containing text, indoor, floor, ceiling&#10;&#10;Description automatically generated">
            <a:extLst>
              <a:ext uri="{FF2B5EF4-FFF2-40B4-BE49-F238E27FC236}">
                <a16:creationId xmlns:a16="http://schemas.microsoft.com/office/drawing/2014/main" id="{15202AD7-478D-4575-92F2-14EB04A885B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duotone>
              <a:prstClr val="black"/>
              <a:schemeClr val="accent3">
                <a:tint val="45000"/>
                <a:satMod val="400000"/>
              </a:schemeClr>
            </a:duotone>
            <a:alphaModFix amt="70000"/>
          </a:blip>
          <a:srcRect t="3482" b="3482"/>
          <a:stretch>
            <a:fillRect/>
          </a:stretch>
        </p:blipFill>
        <p:spPr>
          <a:prstGeom prst="rect">
            <a:avLst/>
          </a:prstGeom>
          <a:solidFill>
            <a:srgbClr val="023062"/>
          </a:solidFill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4E0477A-B7B9-782D-0329-F603D11E5BCD}"/>
              </a:ext>
            </a:extLst>
          </p:cNvPr>
          <p:cNvSpPr txBox="1"/>
          <p:nvPr/>
        </p:nvSpPr>
        <p:spPr>
          <a:xfrm>
            <a:off x="1450623" y="3990623"/>
            <a:ext cx="4761088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6000" cap="all">
                <a:solidFill>
                  <a:srgbClr val="FFFFFF"/>
                </a:solidFill>
                <a:latin typeface="Calibri Light"/>
                <a:cs typeface="Calibri Light"/>
              </a:rPr>
              <a:t>Use case diagram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9595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0">
            <a:extLst>
              <a:ext uri="{FF2B5EF4-FFF2-40B4-BE49-F238E27FC236}">
                <a16:creationId xmlns:a16="http://schemas.microsoft.com/office/drawing/2014/main" id="{B3E69B71-5849-7541-ADEA-D19838B3CF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1" y="339644"/>
            <a:ext cx="3716594" cy="2806512"/>
          </a:xfrm>
        </p:spPr>
        <p:txBody>
          <a:bodyPr>
            <a:normAutofit/>
          </a:bodyPr>
          <a:lstStyle/>
          <a:p>
            <a:r>
              <a:rPr lang="en-US" sz="6000"/>
              <a:t>Use case </a:t>
            </a:r>
            <a:br>
              <a:rPr lang="en-US" sz="6000"/>
            </a:br>
            <a:r>
              <a:rPr lang="en-US" sz="6000"/>
              <a:t>diagram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l="1163"/>
          <a:stretch/>
        </p:blipFill>
        <p:spPr>
          <a:xfrm>
            <a:off x="5741378" y="339644"/>
            <a:ext cx="5360504" cy="6307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7533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A picture containing text, indoor, floor, ceiling&#10;&#10;Description automatically generated">
            <a:extLst>
              <a:ext uri="{FF2B5EF4-FFF2-40B4-BE49-F238E27FC236}">
                <a16:creationId xmlns:a16="http://schemas.microsoft.com/office/drawing/2014/main" id="{15202AD7-478D-4575-92F2-14EB04A885B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duotone>
              <a:prstClr val="black"/>
              <a:schemeClr val="accent3">
                <a:tint val="45000"/>
                <a:satMod val="400000"/>
              </a:schemeClr>
            </a:duotone>
            <a:alphaModFix amt="70000"/>
          </a:blip>
          <a:srcRect t="3482" b="3482"/>
          <a:stretch>
            <a:fillRect/>
          </a:stretch>
        </p:blipFill>
        <p:spPr>
          <a:prstGeom prst="rect">
            <a:avLst/>
          </a:prstGeom>
          <a:solidFill>
            <a:srgbClr val="023062"/>
          </a:solidFill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4E0477A-B7B9-782D-0329-F603D11E5BCD}"/>
              </a:ext>
            </a:extLst>
          </p:cNvPr>
          <p:cNvSpPr txBox="1"/>
          <p:nvPr/>
        </p:nvSpPr>
        <p:spPr>
          <a:xfrm>
            <a:off x="1334911" y="4010288"/>
            <a:ext cx="4613605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6000" cap="all">
                <a:solidFill>
                  <a:srgbClr val="FFFFFF"/>
                </a:solidFill>
                <a:latin typeface="Calibri Light"/>
                <a:cs typeface="Calibri Light"/>
              </a:rPr>
              <a:t>Swimlane diagram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0626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diagram of a login system&#10;&#10;Description automatically generated">
            <a:extLst>
              <a:ext uri="{FF2B5EF4-FFF2-40B4-BE49-F238E27FC236}">
                <a16:creationId xmlns:a16="http://schemas.microsoft.com/office/drawing/2014/main" id="{2761C592-5B3C-C4AC-1055-648B3E30DB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0" t="1023" r="1215" b="585"/>
          <a:stretch/>
        </p:blipFill>
        <p:spPr>
          <a:xfrm>
            <a:off x="3048860" y="166401"/>
            <a:ext cx="7030587" cy="6515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5897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system&#10;&#10;Description automatically generated">
            <a:extLst>
              <a:ext uri="{FF2B5EF4-FFF2-40B4-BE49-F238E27FC236}">
                <a16:creationId xmlns:a16="http://schemas.microsoft.com/office/drawing/2014/main" id="{44DF8F12-C2C0-B6D8-A62E-6DE9522D1F5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94" t="869" r="950" b="1304"/>
          <a:stretch/>
        </p:blipFill>
        <p:spPr>
          <a:xfrm>
            <a:off x="2685763" y="334236"/>
            <a:ext cx="7612483" cy="6192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937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process&#10;&#10;Description automatically generated">
            <a:extLst>
              <a:ext uri="{FF2B5EF4-FFF2-40B4-BE49-F238E27FC236}">
                <a16:creationId xmlns:a16="http://schemas.microsoft.com/office/drawing/2014/main" id="{076EFCFD-4DA3-A8F1-BDCA-2F2DDD07BC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2355" y="230207"/>
            <a:ext cx="7884060" cy="6388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1509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process&#10;&#10;Description automatically generated">
            <a:extLst>
              <a:ext uri="{FF2B5EF4-FFF2-40B4-BE49-F238E27FC236}">
                <a16:creationId xmlns:a16="http://schemas.microsoft.com/office/drawing/2014/main" id="{039ABB5E-D0A1-1386-2A34-E5215CED08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1345" y="349843"/>
            <a:ext cx="7618852" cy="6415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4104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diagram of a logistic&#10;&#10;Description automatically generated">
            <a:extLst>
              <a:ext uri="{FF2B5EF4-FFF2-40B4-BE49-F238E27FC236}">
                <a16:creationId xmlns:a16="http://schemas.microsoft.com/office/drawing/2014/main" id="{596285D8-0766-9C81-7274-1FF1459EE7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7608" y="79298"/>
            <a:ext cx="6543675" cy="653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2524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flowchart&#10;&#10;Description automatically generated">
            <a:extLst>
              <a:ext uri="{FF2B5EF4-FFF2-40B4-BE49-F238E27FC236}">
                <a16:creationId xmlns:a16="http://schemas.microsoft.com/office/drawing/2014/main" id="{8BE1EF43-D472-C53F-83BC-D21D1D5841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2099" y="116423"/>
            <a:ext cx="7252426" cy="6625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24159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diagram of a product&#10;&#10;Description automatically generated">
            <a:extLst>
              <a:ext uri="{FF2B5EF4-FFF2-40B4-BE49-F238E27FC236}">
                <a16:creationId xmlns:a16="http://schemas.microsoft.com/office/drawing/2014/main" id="{C2A897B9-F3EE-E785-46E4-376B86E427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8714" y="167434"/>
            <a:ext cx="6937872" cy="6376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6296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customer&#10;&#10;Description automatically generated">
            <a:extLst>
              <a:ext uri="{FF2B5EF4-FFF2-40B4-BE49-F238E27FC236}">
                <a16:creationId xmlns:a16="http://schemas.microsoft.com/office/drawing/2014/main" id="{D2E090BA-CADE-2BD8-0AE9-02D31D0646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230" y="116424"/>
            <a:ext cx="6986071" cy="6625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85016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diagram of a customer&#10;&#10;Description automatically generated">
            <a:extLst>
              <a:ext uri="{FF2B5EF4-FFF2-40B4-BE49-F238E27FC236}">
                <a16:creationId xmlns:a16="http://schemas.microsoft.com/office/drawing/2014/main" id="{944F0447-0A1E-B78D-157D-156F14BF26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9222" y="488816"/>
            <a:ext cx="8627699" cy="5871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1543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customer&#10;&#10;Description automatically generated">
            <a:extLst>
              <a:ext uri="{FF2B5EF4-FFF2-40B4-BE49-F238E27FC236}">
                <a16:creationId xmlns:a16="http://schemas.microsoft.com/office/drawing/2014/main" id="{80ABFA99-8527-92AA-6A02-C204D50CA7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5755" y="368433"/>
            <a:ext cx="8665454" cy="5946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02655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6309FE3-AB7D-D548-EA31-9ED990316A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2562" y="290513"/>
            <a:ext cx="9286875" cy="6276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45013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customer&#10;&#10;Description automatically generated">
            <a:extLst>
              <a:ext uri="{FF2B5EF4-FFF2-40B4-BE49-F238E27FC236}">
                <a16:creationId xmlns:a16="http://schemas.microsoft.com/office/drawing/2014/main" id="{67A48667-3D73-20D9-CAE4-14416C0547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7562" y="510563"/>
            <a:ext cx="8518563" cy="5846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84999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A picture containing text, indoor, floor, ceiling&#10;&#10;Description automatically generated">
            <a:extLst>
              <a:ext uri="{FF2B5EF4-FFF2-40B4-BE49-F238E27FC236}">
                <a16:creationId xmlns:a16="http://schemas.microsoft.com/office/drawing/2014/main" id="{15202AD7-478D-4575-92F2-14EB04A885B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duotone>
              <a:prstClr val="black"/>
              <a:schemeClr val="accent3">
                <a:tint val="45000"/>
                <a:satMod val="400000"/>
              </a:schemeClr>
            </a:duotone>
            <a:alphaModFix amt="70000"/>
          </a:blip>
          <a:srcRect t="3482" b="3482"/>
          <a:stretch>
            <a:fillRect/>
          </a:stretch>
        </p:blipFill>
        <p:spPr>
          <a:prstGeom prst="rect">
            <a:avLst/>
          </a:prstGeom>
          <a:solidFill>
            <a:srgbClr val="023062"/>
          </a:solidFill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4E0477A-B7B9-782D-0329-F603D11E5BCD}"/>
              </a:ext>
            </a:extLst>
          </p:cNvPr>
          <p:cNvSpPr txBox="1"/>
          <p:nvPr/>
        </p:nvSpPr>
        <p:spPr>
          <a:xfrm>
            <a:off x="1334911" y="4010288"/>
            <a:ext cx="4613605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6000" cap="all">
                <a:solidFill>
                  <a:srgbClr val="FFFFFF"/>
                </a:solidFill>
                <a:latin typeface="Calibri Light"/>
                <a:cs typeface="Calibri Light"/>
              </a:rPr>
              <a:t>ERD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12872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diagram of a company&#10;&#10;Description automatically generated">
            <a:extLst>
              <a:ext uri="{FF2B5EF4-FFF2-40B4-BE49-F238E27FC236}">
                <a16:creationId xmlns:a16="http://schemas.microsoft.com/office/drawing/2014/main" id="{9D9B0A4A-83CF-A139-DB89-0EF5A1531C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381" y="560"/>
            <a:ext cx="11012581" cy="6856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583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ool">
      <a:dk1>
        <a:srgbClr val="000000"/>
      </a:dk1>
      <a:lt1>
        <a:srgbClr val="FFFFFF"/>
      </a:lt1>
      <a:dk2>
        <a:srgbClr val="464646"/>
      </a:dk2>
      <a:lt2>
        <a:srgbClr val="FFFFFF"/>
      </a:lt2>
      <a:accent1>
        <a:srgbClr val="15D1BB"/>
      </a:accent1>
      <a:accent2>
        <a:srgbClr val="0FB4DB"/>
      </a:accent2>
      <a:accent3>
        <a:srgbClr val="0D81BB"/>
      </a:accent3>
      <a:accent4>
        <a:srgbClr val="045FC4"/>
      </a:accent4>
      <a:accent5>
        <a:srgbClr val="953FF3"/>
      </a:accent5>
      <a:accent6>
        <a:srgbClr val="C03EF4"/>
      </a:accent6>
      <a:hlink>
        <a:srgbClr val="8F8F8F"/>
      </a:hlink>
      <a:folHlink>
        <a:srgbClr val="A5A5A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Your Title goes Here" id="{216E2A47-1B33-481B-B469-F891BA0BB112}" vid="{A834A686-415F-444B-99EF-70560C1C6F1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b05ccdc-40f9-48cf-a679-e67f7f817c1f" xsi:nil="true"/>
    <lcf76f155ced4ddcb4097134ff3c332f xmlns="660d09ab-dfc3-420c-ba20-1fe0b3a6183b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92AE7E8C4A7D3468D0E48F902A27E3D" ma:contentTypeVersion="12" ma:contentTypeDescription="Create a new document." ma:contentTypeScope="" ma:versionID="f3337785fc2e2a56842f084570aa5cc4">
  <xsd:schema xmlns:xsd="http://www.w3.org/2001/XMLSchema" xmlns:xs="http://www.w3.org/2001/XMLSchema" xmlns:p="http://schemas.microsoft.com/office/2006/metadata/properties" xmlns:ns2="660d09ab-dfc3-420c-ba20-1fe0b3a6183b" xmlns:ns3="8b05ccdc-40f9-48cf-a679-e67f7f817c1f" targetNamespace="http://schemas.microsoft.com/office/2006/metadata/properties" ma:root="true" ma:fieldsID="f970d5abb2c1d1b3df1e160d4ed89586" ns2:_="" ns3:_="">
    <xsd:import namespace="660d09ab-dfc3-420c-ba20-1fe0b3a6183b"/>
    <xsd:import namespace="8b05ccdc-40f9-48cf-a679-e67f7f817c1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0d09ab-dfc3-420c-ba20-1fe0b3a6183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aaf8b06a-778d-4447-b55c-f8813fb4c88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b05ccdc-40f9-48cf-a679-e67f7f817c1f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d3d40813-b100-4241-a58f-fb298d63686d}" ma:internalName="TaxCatchAll" ma:showField="CatchAllData" ma:web="8b05ccdc-40f9-48cf-a679-e67f7f817c1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3BB8FCD-CAED-4E5F-99E8-C8065B8B31C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5B70F93-8CCF-49D3-9BC2-3CCA79A23103}">
  <ds:schemaRefs>
    <ds:schemaRef ds:uri="660d09ab-dfc3-420c-ba20-1fe0b3a6183b"/>
    <ds:schemaRef ds:uri="8b05ccdc-40f9-48cf-a679-e67f7f817c1f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0D8C8BC9-6FD6-4821-A663-1EA14A193F0A}">
  <ds:schemaRefs>
    <ds:schemaRef ds:uri="660d09ab-dfc3-420c-ba20-1fe0b3a6183b"/>
    <ds:schemaRef ds:uri="8b05ccdc-40f9-48cf-a679-e67f7f817c1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TEMP</Template>
  <Application>Microsoft Office PowerPoint</Application>
  <PresentationFormat>Widescreen</PresentationFormat>
  <Slides>40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1" baseType="lpstr">
      <vt:lpstr>Office Theme</vt:lpstr>
      <vt:lpstr>DHAN SYSTEM</vt:lpstr>
      <vt:lpstr>PowerPoint Presentation</vt:lpstr>
      <vt:lpstr>Ryan John Perez</vt:lpstr>
      <vt:lpstr>Project context</vt:lpstr>
      <vt:lpstr>ABOUT THE PROJECT</vt:lpstr>
      <vt:lpstr>Objectives</vt:lpstr>
      <vt:lpstr>The project aims to:</vt:lpstr>
      <vt:lpstr>PowerPoint Presentation</vt:lpstr>
      <vt:lpstr>PowerPoint Presentation</vt:lpstr>
      <vt:lpstr>PowerPoint Presentation</vt:lpstr>
      <vt:lpstr>LEVEL 0 DFD</vt:lpstr>
      <vt:lpstr>PowerPoint Presentation</vt:lpstr>
      <vt:lpstr>LEVEL 1 DFD (AFTER) </vt:lpstr>
      <vt:lpstr>ABOUT THE PROJECT</vt:lpstr>
      <vt:lpstr>ABOUT THE PROJECT</vt:lpstr>
      <vt:lpstr>ABOUT THE PROJECT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Use case  diagram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Your Title goes Here</dc:title>
  <dc:creator>Hans Oliver M. Schuck II</dc:creator>
  <cp:revision>1</cp:revision>
  <dcterms:created xsi:type="dcterms:W3CDTF">2021-08-11T05:29:25Z</dcterms:created>
  <dcterms:modified xsi:type="dcterms:W3CDTF">2024-11-13T03:32:30Z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0x010100492AE7E8C4A7D3468D0E48F902A27E3D</vt:lpwstr>
  </property>
  <property fmtid="{D5CDD505-2E9C-101B-9397-08002B2CF9AE}" pid="3" name="MediaServiceImageTags">
    <vt:lpwstr/>
  </property>
</Properties>
</file>